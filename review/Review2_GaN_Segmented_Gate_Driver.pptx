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328" r:id="rId71"/>
    <p:sldId id="260" r:id="rId6"/>
    <p:sldId id="283" r:id="rId34"/>
    <p:sldId id="325" r:id="rId68"/>
    <p:sldId id="326" r:id="rId69"/>
    <p:sldId id="336" r:id="rId79"/>
    <p:sldId id="337" r:id="rId80"/>
    <p:sldId id="338" r:id="rId81"/>
    <p:sldId id="340" r:id="rId83"/>
    <p:sldId id="324" r:id="rId67"/>
    <p:sldId id="329" r:id="rId72"/>
    <p:sldId id="339" r:id="rId82"/>
    <p:sldId id="332" r:id="rId75"/>
    <p:sldId id="333" r:id="rId76"/>
    <p:sldId id="334" r:id="rId77"/>
    <p:sldId id="335" r:id="rId78"/>
    <p:sldId id="330" r:id="rId73"/>
    <p:sldId id="331" r:id="rId7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327" r:id="rId70"/>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44" r:id="rId87"/>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4.png"/><Relationship Id="rId7" Type="http://schemas.openxmlformats.org/officeDocument/2006/relationships/image" Target="../media/image4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23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47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33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42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44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45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46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