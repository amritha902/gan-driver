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328" r:id="rId71"/>
    <p:sldId id="260" r:id="rId6"/>
    <p:sldId id="283" r:id="rId34"/>
    <p:sldId id="325" r:id="rId68"/>
    <p:sldId id="326" r:id="rId69"/>
    <p:sldId id="336" r:id="rId79"/>
    <p:sldId id="337" r:id="rId80"/>
    <p:sldId id="338" r:id="rId81"/>
    <p:sldId id="340" r:id="rId83"/>
    <p:sldId id="324" r:id="rId67"/>
    <p:sldId id="329" r:id="rId72"/>
    <p:sldId id="339" r:id="rId82"/>
    <p:sldId id="332" r:id="rId75"/>
    <p:sldId id="333" r:id="rId76"/>
    <p:sldId id="334" r:id="rId77"/>
    <p:sldId id="335" r:id="rId78"/>
    <p:sldId id="330" r:id="rId73"/>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327" r:id="rId70"/>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4" r:id="rId87"/>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6.xml"/><Relationship Id="rId3"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10.xml"/><Relationship Id="rId7" Type="http://schemas.openxmlformats.org/officeDocument/2006/relationships/slide" Target="slides/slide4.xml"/><Relationship Id="rId8" Type="http://schemas.openxmlformats.org/officeDocument/2006/relationships/slide" Target="slides/slide65.xml"/><Relationship Id="rId9" Type="http://schemas.openxmlformats.org/officeDocument/2006/relationships/slide" Target="slides/slide53.xml"/><Relationship Id="rId10" Type="http://schemas.openxmlformats.org/officeDocument/2006/relationships/slide" Target="slides/slide58.xml"/><Relationship Id="rId11" Type="http://schemas.openxmlformats.org/officeDocument/2006/relationships/slide" Target="slides/slide69.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28.xml"/><Relationship Id="rId19" Type="http://schemas.openxmlformats.org/officeDocument/2006/relationships/slide" Target="slides/slide37.xml"/><Relationship Id="rId21" Type="http://schemas.openxmlformats.org/officeDocument/2006/relationships/slide" Target="slides/slide40.xml"/><Relationship Id="rId22" Type="http://schemas.openxmlformats.org/officeDocument/2006/relationships/slide" Target="slides/slide68.xml"/><Relationship Id="rId23" Type="http://schemas.openxmlformats.org/officeDocument/2006/relationships/slide" Target="slides/slide66.xml"/><Relationship Id="rId24" Type="http://schemas.openxmlformats.org/officeDocument/2006/relationships/slide" Target="slides/slide59.xml"/><Relationship Id="rId26" Type="http://schemas.openxmlformats.org/officeDocument/2006/relationships/slide" Target="slides/slide56.xml"/><Relationship Id="rId27" Type="http://schemas.openxmlformats.org/officeDocument/2006/relationships/slide" Target="slides/slide57.xml"/><Relationship Id="rId28" Type="http://schemas.openxmlformats.org/officeDocument/2006/relationships/slide" Target="slides/slide54.xml"/><Relationship Id="rId29" Type="http://schemas.openxmlformats.org/officeDocument/2006/relationships/slide" Target="slides/slide35.xml"/><Relationship Id="rId30" Type="http://schemas.openxmlformats.org/officeDocument/2006/relationships/slide" Target="slides/slide44.xml"/><Relationship Id="rId31" Type="http://schemas.openxmlformats.org/officeDocument/2006/relationships/slide" Target="slides/slide34.xml"/><Relationship Id="rId32" Type="http://schemas.openxmlformats.org/officeDocument/2006/relationships/slide" Target="slides/slide55.xml"/><Relationship Id="rId33" Type="http://schemas.openxmlformats.org/officeDocument/2006/relationships/slide" Target="slides/slide29.xml"/><Relationship Id="rId34" Type="http://schemas.openxmlformats.org/officeDocument/2006/relationships/slide" Target="slides/slide11.xml"/><Relationship Id="rId35" Type="http://schemas.openxmlformats.org/officeDocument/2006/relationships/slide" Target="slides/slide43.xml"/><Relationship Id="rId36" Type="http://schemas.openxmlformats.org/officeDocument/2006/relationships/slide" Target="slides/slide60.xml"/><Relationship Id="rId40" Type="http://schemas.openxmlformats.org/officeDocument/2006/relationships/slide" Target="slides/slide38.xml"/><Relationship Id="rId41" Type="http://schemas.openxmlformats.org/officeDocument/2006/relationships/slide" Target="slides/slide70.xml"/><Relationship Id="rId42" Type="http://schemas.openxmlformats.org/officeDocument/2006/relationships/slide" Target="slides/slide39.xml"/><Relationship Id="rId43" Type="http://schemas.openxmlformats.org/officeDocument/2006/relationships/slide" Target="slides/slide5.xml"/><Relationship Id="rId44" Type="http://schemas.openxmlformats.org/officeDocument/2006/relationships/slide" Target="slides/slide6.xml"/><Relationship Id="rId45" Type="http://schemas.openxmlformats.org/officeDocument/2006/relationships/slide" Target="slides/slide7.xml"/><Relationship Id="rId46" Type="http://schemas.openxmlformats.org/officeDocument/2006/relationships/slide" Target="slides/slide30.xml"/><Relationship Id="rId47" Type="http://schemas.openxmlformats.org/officeDocument/2006/relationships/slide" Target="slides/slide31.xml"/><Relationship Id="rId48" Type="http://schemas.openxmlformats.org/officeDocument/2006/relationships/slide" Target="slides/slide32.xml"/><Relationship Id="rId49" Type="http://schemas.openxmlformats.org/officeDocument/2006/relationships/slide" Target="slides/slide33.xml"/><Relationship Id="rId50" Type="http://schemas.openxmlformats.org/officeDocument/2006/relationships/slide" Target="slides/slide46.xml"/><Relationship Id="rId51" Type="http://schemas.openxmlformats.org/officeDocument/2006/relationships/slide" Target="slides/slide45.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41.xml"/><Relationship Id="rId59" Type="http://schemas.openxmlformats.org/officeDocument/2006/relationships/slide" Target="slides/slide71.xml"/><Relationship Id="rId60" Type="http://schemas.openxmlformats.org/officeDocument/2006/relationships/slide" Target="slides/slide3.xml"/><Relationship Id="rId61" Type="http://schemas.openxmlformats.org/officeDocument/2006/relationships/slide" Target="slides/slide64.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27.xml"/><Relationship Id="rId65" Type="http://schemas.openxmlformats.org/officeDocument/2006/relationships/slide" Target="slides/slide63.xml"/><Relationship Id="rId66" Type="http://schemas.openxmlformats.org/officeDocument/2006/relationships/slide" Target="slides/slide8.xml"/><Relationship Id="rId67" Type="http://schemas.openxmlformats.org/officeDocument/2006/relationships/slide" Target="slides/slide18.xml"/><Relationship Id="rId68" Type="http://schemas.openxmlformats.org/officeDocument/2006/relationships/slide" Target="slides/slide12.xml"/><Relationship Id="rId69" Type="http://schemas.openxmlformats.org/officeDocument/2006/relationships/slide" Target="slides/slide13.xml"/><Relationship Id="rId70" Type="http://schemas.openxmlformats.org/officeDocument/2006/relationships/slide" Target="slides/slide42.xml"/><Relationship Id="rId71" Type="http://schemas.openxmlformats.org/officeDocument/2006/relationships/slide" Target="slides/slide9.xml"/><Relationship Id="rId72" Type="http://schemas.openxmlformats.org/officeDocument/2006/relationships/slide" Target="slides/slide19.xml"/><Relationship Id="rId73" Type="http://schemas.openxmlformats.org/officeDocument/2006/relationships/slide" Target="slides/slide25.xml"/><Relationship Id="rId74" Type="http://schemas.openxmlformats.org/officeDocument/2006/relationships/slide" Target="slides/slide26.xml"/><Relationship Id="rId75" Type="http://schemas.openxmlformats.org/officeDocument/2006/relationships/slide" Target="slides/slide21.xml"/><Relationship Id="rId76" Type="http://schemas.openxmlformats.org/officeDocument/2006/relationships/slide" Target="slides/slide22.xml"/><Relationship Id="rId77" Type="http://schemas.openxmlformats.org/officeDocument/2006/relationships/slide" Target="slides/slide23.xml"/><Relationship Id="rId78" Type="http://schemas.openxmlformats.org/officeDocument/2006/relationships/slide" Target="slides/slide24.xml"/><Relationship Id="rId79" Type="http://schemas.openxmlformats.org/officeDocument/2006/relationships/slide" Target="slides/slide14.xml"/><Relationship Id="rId80" Type="http://schemas.openxmlformats.org/officeDocument/2006/relationships/slide" Target="slides/slide15.xml"/><Relationship Id="rId81" Type="http://schemas.openxmlformats.org/officeDocument/2006/relationships/slide" Target="slides/slide16.xml"/><Relationship Id="rId82" Type="http://schemas.openxmlformats.org/officeDocument/2006/relationships/slide" Target="slides/slide20.xml"/><Relationship Id="rId83" Type="http://schemas.openxmlformats.org/officeDocument/2006/relationships/slide" Target="slides/slide17.xml"/><Relationship Id="rId87"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dirty="0">
                <a:solidFill>
                  <a:srgbClr val="000000"/>
                </a:solidFill>
                <a:latin typeface="Calibri" pitchFamily="34" charset="0"/>
                <a:ea typeface="Calibri" pitchFamily="34" charset="-122"/>
                <a:cs typeface="Calibri" pitchFamily="34" charset="-120"/>
              </a:rPr>
              <a:t xml:space="preserve">Four parts, 99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42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45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46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47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