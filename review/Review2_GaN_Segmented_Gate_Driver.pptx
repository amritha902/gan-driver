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260" r:id="rId6"/>
    <p:sldId id="283" r:id="rId34"/>
    <p:sldId id="325" r:id="rId68"/>
    <p:sldId id="326" r:id="rId69"/>
    <p:sldId id="335" r:id="rId78"/>
    <p:sldId id="336" r:id="rId79"/>
    <p:sldId id="337" r:id="rId80"/>
    <p:sldId id="339" r:id="rId82"/>
    <p:sldId id="324" r:id="rId67"/>
    <p:sldId id="328" r:id="rId71"/>
    <p:sldId id="338" r:id="rId81"/>
    <p:sldId id="331" r:id="rId74"/>
    <p:sldId id="332" r:id="rId75"/>
    <p:sldId id="333" r:id="rId76"/>
    <p:sldId id="334" r:id="rId77"/>
    <p:sldId id="329" r:id="rId72"/>
    <p:sldId id="330" r:id="rId73"/>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327" r:id="rId70"/>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3" r:id="rId86"/>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46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41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44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45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Picture 5" descr="fig_live_sim.png"/>
          <p:cNvPicPr>
            <a:picLocks noChangeAspect="1"/>
          </p:cNvPicPr>
          <p:nvPr/>
        </p:nvPicPr>
        <p:blipFill>
          <a:blip r:embed="rId4"/>
          <a:stretch>
            <a:fillRect/>
          </a:stretch>
        </p:blipFill>
        <p:spPr>
          <a:xfrm>
            <a:off x="3608679" y="1481328"/>
            <a:ext cx="4974336" cy="3547872"/>
          </a:xfrm>
          <a:prstGeom prst="rect">
            <a:avLst/>
          </a:prstGeom>
        </p:spPr>
      </p:pic>
      <p:sp>
        <p:nvSpPr>
          <p:cNvPr id="7" name="TextBox 6"/>
          <p:cNvSpPr txBox="1"/>
          <p:nvPr/>
        </p:nvSpPr>
        <p:spPr>
          <a:xfrm>
            <a:off x="502920" y="517550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