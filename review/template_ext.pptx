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62" r:id="rId8"/>
    <p:sldId id="263" r:id="rId9"/>
    <p:sldId id="264" r:id="rId10"/>
    <p:sldId id="269" r:id="rId20"/>
    <p:sldId id="268" r:id="rId19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  <Relationship Id="rId20" Type="http://schemas.openxmlformats.org/officeDocument/2006/relationships/slide" Target="slides/slide14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Reg. No.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Guide Name, School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8–10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8–10 recent references. Add rows / duplicate this slide as needed.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/ Approach: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Scope (in scope / out of scope):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(50%), Timeline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so far (50%):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milestones up to Review-III: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 (software / hardware / datasets):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A. Author, B. Author, “Paper title,” Journal Name, vol. X, no. Y, pp. 1–10,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C. Author, “Paper title,” in Proc. Conference Name, City, 2024, pp. 11–20.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...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IEEE format. Every reference listed must be cited in the slides / report.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8–10 recent references. Add rows / duplicate this slide as needed.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