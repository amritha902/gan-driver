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7" r:id="rId18"/>
    <p:sldId id="261" r:id="rId7"/>
    <p:sldId id="274" r:id="rId25"/>
    <p:sldId id="262" r:id="rId8"/>
    <p:sldId id="272" r:id="rId23"/>
    <p:sldId id="273" r:id="rId24"/>
    <p:sldId id="263" r:id="rId9"/>
    <p:sldId id="275" r:id="rId26"/>
    <p:sldId id="276" r:id="rId27"/>
    <p:sldId id="264" r:id="rId10"/>
    <p:sldId id="268" r:id="rId19"/>
    <p:sldId id="269" r:id="rId20"/>
    <p:sldId id="270" r:id="rId21"/>
    <p:sldId id="271" r:id="rId22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9.xml"/><Relationship Id="rId9" Type="http://schemas.openxmlformats.org/officeDocument/2006/relationships/slide" Target="slides/slide12.xml"/><Relationship Id="rId10" Type="http://schemas.openxmlformats.org/officeDocument/2006/relationships/slide" Target="slides/slide15.xml"/><Relationship Id="rId11" Type="http://schemas.openxmlformats.org/officeDocument/2006/relationships/slide" Target="slides/slide20.xml"/><Relationship Id="rId12" Type="http://schemas.openxmlformats.org/officeDocument/2006/relationships/slide" Target="slides/slide2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6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8.xml"/><Relationship Id="rId26" Type="http://schemas.openxmlformats.org/officeDocument/2006/relationships/slide" Target="slides/slide13.xml"/><Relationship Id="rId27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589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Reg. No.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Guide Name, School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 ·  02.09.2026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— 02.09.2026 (5 Marks, 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Proposed Solution &amp; 50% Work Completion.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8–10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background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— minimum 8–10 recent references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 and their limitations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solution, scope and methodology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work completed, timeline, tools &amp; technologies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Problem clarity &amp; relevance (2), Literature survey quality (1), Proposed solution feasibility (1), Presentation quality (1).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Significance: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/ Research Gap: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8–10 recent references. Add rows / duplicate this slide as needed.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8–10 recent references. Add rows / duplicate this slide as needed.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&amp; Methodology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/ Approach: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Scope (in scope / out of scope):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(50%), Timeline &amp; Tools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so far (50%):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&amp; milestones up to Review-III: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 (software / hardware / datasets):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Significance: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/ Research Gap: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Significance: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/ Research Gap: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Significance: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/ Research Gap: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A. Author, B. Author, “Paper title,” Journal Name, vol. X, no. Y, pp. 1–10,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C. Author, “Paper title,” in Proc. Conference Name, City, 2024, pp. 11–20.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...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IEEE format. Every reference listed must be cited in the slides / report.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496</Words>
  <Application>Microsoft Macintosh PowerPoint</Application>
  <PresentationFormat>Widescreen</PresentationFormat>
  <Paragraphs>89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2</cp:revision>
  <dcterms:created xsi:type="dcterms:W3CDTF">2026-08-27T09:57:11Z</dcterms:created>
  <dcterms:modified xsi:type="dcterms:W3CDTF">2026-08-27T10:07:08Z</dcterms:modified>
</cp:coreProperties>
</file>