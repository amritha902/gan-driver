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9"/>
    <p:sldId id="267" r:id="rId18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  <Relationship Id="rId18" Type="http://schemas.openxmlformats.org/officeDocument/2006/relationships/slide" Target="slides/slide12.xml"/>
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58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— Scanned, Guide-Signed Title Slide (Mandatory)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Review-I, obtain the guide's signature with date on the title slide (next slide).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photograph the signed title slide clearly.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slide with the scanned copy, so that it remains Slide 1 of the presentation.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requirement applies to every review of Project-I (2026).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Reg. No.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Guide Name, School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  ·  02.09.2026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mandatory before every review. After signing, scan this slide and keep the scanned copy as Slide 1 of the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 — 02.09.2026 (5 Marks, 5%)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Proposed Solution &amp; 50% Work Completion.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8–10 minutes.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contents: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&amp; scanned title slide (Slide 1)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background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minimum 8–10 recent references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and their limitations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solution, scope and methodology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work completed, timeline, tools &amp; technologies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split-up: Problem clarity &amp; relevance (2), Literature survey quality (1), Proposed solution feasibility (1), Presentation quality (1).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Background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Significance: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/ Research Gap: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96849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8–10 recent references. Add rows / duplicate this slide as needed.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Methodology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Approach: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(in scope / out of scope):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(50%), Timeline &amp; Tools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so far (50%):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milestones up to Review-III: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(software / hardware / datasets):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Author, B. Author, “Paper title,” Journal Name, vol. X, no. Y, pp. 1–10, 2025.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C. Author, “Paper title,” in Proc. Conference Name, City, 2024, pp. 11–20.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...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IEEE format. Every reference listed must be cited in the slides / report.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496</Words>
  <Application>Microsoft Macintosh PowerPoint</Application>
  <PresentationFormat>Widescreen</PresentationFormat>
  <Paragraphs>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kandan</cp:lastModifiedBy>
  <cp:revision>2</cp:revision>
  <dcterms:created xsi:type="dcterms:W3CDTF">2026-08-27T09:57:11Z</dcterms:created>
  <dcterms:modified xsi:type="dcterms:W3CDTF">2026-08-27T10:07:08Z</dcterms:modified>
</cp:coreProperties>
</file>