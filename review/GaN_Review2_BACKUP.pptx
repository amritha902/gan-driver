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34" r:id="rId77"/>
    <p:sldId id="335" r:id="rId78"/>
    <p:sldId id="336" r:id="rId79"/>
    <p:sldId id="338" r:id="rId81"/>
    <p:sldId id="324" r:id="rId67"/>
    <p:sldId id="327" r:id="rId70"/>
    <p:sldId id="337" r:id="rId80"/>
    <p:sldId id="330" r:id="rId73"/>
    <p:sldId id="331" r:id="rId74"/>
    <p:sldId id="332" r:id="rId75"/>
    <p:sldId id="333" r:id="rId76"/>
    <p:sldId id="328" r:id="rId71"/>
    <p:sldId id="329" r:id="rId72"/>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2" r:id="rId85"/>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45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40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44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