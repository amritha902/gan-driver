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260" r:id="rId6"/>
    <p:sldId id="283" r:id="rId34"/>
    <p:sldId id="325" r:id="rId68"/>
    <p:sldId id="326" r:id="rId69"/>
    <p:sldId id="334" r:id="rId77"/>
    <p:sldId id="335" r:id="rId78"/>
    <p:sldId id="336" r:id="rId79"/>
    <p:sldId id="338" r:id="rId81"/>
    <p:sldId id="324" r:id="rId67"/>
    <p:sldId id="327" r:id="rId70"/>
    <p:sldId id="337" r:id="rId80"/>
    <p:sldId id="330" r:id="rId73"/>
    <p:sldId id="331" r:id="rId74"/>
    <p:sldId id="332" r:id="rId75"/>
    <p:sldId id="333" r:id="rId76"/>
    <p:sldId id="328" r:id="rId71"/>
    <p:sldId id="329" r:id="rId72"/>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2" r:id="rId85"/>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45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40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43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44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full.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709928" y="1078992"/>
            <a:ext cx="8778240" cy="4937760"/>
          </a:xfrm>
          <a:prstGeom prst="rect">
            <a:avLst/>
          </a:prstGeom>
        </p:spPr>
      </p:pic>
      <p:sp>
        <p:nvSpPr>
          <p:cNvPr id="6" name="TextBox 5"/>
          <p:cNvSpPr txBox="1"/>
          <p:nvPr/>
        </p:nvSpPr>
        <p:spPr>
          <a:xfrm>
            <a:off x="502920" y="6126480"/>
            <a:ext cx="10838382"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dirty="0">
                <a:solidFill>
                  <a:srgbClr val="000000"/>
                </a:solidFill>
                <a:latin typeface="Calibri" pitchFamily="34" charset="0"/>
                <a:ea typeface="Calibri" pitchFamily="34" charset="-122"/>
                <a:cs typeface="Calibri" pitchFamily="34" charset="-120"/>
              </a:rPr>
              <a:t xml:space="preserve">models/segdrv.lib as it is on disk, ngspice run twice on sim/dpt.cir, the waveforms those two runs produced, and the measurement: +1.65 V without the clamp against a 1.4 V threshold, −1.18 V with it. 27 s. Click to play. Rebuilt by scripts/demo_video.py,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