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260" r:id="rId6"/>
    <p:sldId id="283" r:id="rId34"/>
    <p:sldId id="325" r:id="rId68"/>
    <p:sldId id="326" r:id="rId69"/>
    <p:sldId id="332" r:id="rId75"/>
    <p:sldId id="333" r:id="rId76"/>
    <p:sldId id="334" r:id="rId77"/>
    <p:sldId id="336" r:id="rId79"/>
    <p:sldId id="324" r:id="rId67"/>
    <p:sldId id="327" r:id="rId70"/>
    <p:sldId id="335" r:id="rId78"/>
    <p:sldId id="328" r:id="rId71"/>
    <p:sldId id="329" r:id="rId72"/>
    <p:sldId id="330" r:id="rId73"/>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0" r:id="rId83"/>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26</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20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43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29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38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41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42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