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83" r:id="rId34"/>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ever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cost that justifies the architecture, and the one nobody has priced.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[2] [3] [4] [11] [12]</a:t>
                      </a:r>
                      <a:endParaRPr lang="en-US" sz="1300" dirty="0">
                        <a:latin typeface="Calibri" charset="0"/>
                        <a:ea typeface="Calibri" charset="0"/>
                        <a:cs typeface="Calibri" charset="0"/>
                      </a:endParaRPr>
                    </a:p>
                    <a:p>
                      <a:r>
                        <a:rPr sz="1050" b="0">
                          <a:solidFill>
                            <a:srgbClr val="000000"/>
                          </a:solidFill>
                          <a:latin typeface="Calibri"/>
                        </a:rPr>
                        <a:t>[14]–[19] [21]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 [22] [23] [29] [30]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 [28]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[24] [27]</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LTspice port has been run in LTspice.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three shipped .cir files give 1.6487 / 0.8282 / −1.1768 V in LTspice 24, matching ngspice within 2 mV — the result is not an artefact of one simulator. Spectre remains a port.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FPGA half is now real. </a:t>
            </a:r>
            <a:r>
              <a:rPr lang="en-US" sz="1450" dirty="0">
                <a:solidFill>
                  <a:srgbClr val="000000"/>
                </a:solidFill>
                <a:latin typeface="Calibri" pitchFamily="34" charset="0"/>
                <a:ea typeface="Calibri" pitchFamily="34" charset="-122"/>
                <a:cs typeface="Calibri" pitchFamily="34" charset="-120"/>
              </a:rPr>
              <a:t xml:space="preserve">Vivado 2024.1.2 synthesises the controller to 20 LUTs and 20 flip-flops on an xc7a35t — 0.10 % of the part — and register-to-register timing closes at 200 MHz with 1.996 ns of slack. The only failing paths are clock-to-pin against a placeholder I/O constraint, not logic.</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50080"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50080"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