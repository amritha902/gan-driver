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83" r:id="rId34"/>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S  —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ever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cost that justifies the architecture, and the one nobody has priced.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p>
                      <a:r>
                        <a:rPr sz="1050" b="0">
                          <a:solidFill>
                            <a:srgbClr val="000000"/>
                          </a:solidFill>
                          <a:latin typeface="Calibri"/>
                        </a:rPr>
                        <a:t>[14]–[19]</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[20]–[24]</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[27]–[30]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LTspice port has been run in LTspice.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three shipped .cir files give 1.6487 / 0.8282 / −1.1768 V in LTspice 24, matching ngspice within 2 mV — the result is not an artefact of one simulator. Spectre remains a port.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 Vivado export written (rtl/vivado/, bench passes); not yet run — Windows/Linux only.</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&lt;i&gt;dv/dt&lt;/i&gt;,”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