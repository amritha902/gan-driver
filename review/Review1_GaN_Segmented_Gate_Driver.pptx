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322" r:id="rId65"/>
    <p:sldId id="260" r:id="rId6"/>
    <p:sldId id="283" r:id="rId34"/>
    <p:sldId id="323" r:id="rId66"/>
    <p:sldId id="324" r:id="rId67"/>
    <p:sldId id="325" r:id="rId68"/>
    <p:sldId id="320" r:id="rId63"/>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307" r:id="rId50"/>
    <p:sldId id="308" r:id="rId51"/>
    <p:sldId id="309" r:id="rId52"/>
    <p:sldId id="310" r:id="rId53"/>
    <p:sldId id="311" r:id="rId54"/>
    <p:sldId id="312" r:id="rId55"/>
    <p:sldId id="313" r:id="rId56"/>
    <p:sldId id="263" r:id="rId9"/>
    <p:sldId id="294" r:id="rId28"/>
    <p:sldId id="292" r:id="rId32"/>
    <p:sldId id="275" r:id="rId26"/>
    <p:sldId id="276" r:id="rId27"/>
    <p:sldId id="264" r:id="rId10"/>
    <p:sldId id="273" r:id="rId24"/>
    <p:sldId id="285" r:id="rId36"/>
    <p:sldId id="318" r:id="rId61"/>
    <p:sldId id="319" r:id="rId62"/>
    <p:sldId id="321" r:id="rId64"/>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19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11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their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60,533 transients over 36 corners; fixed 26.5 % vs adaptive 2.6 %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33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28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31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32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