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Takayama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with an on-chip pattern generator for drive strength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