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ever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cost that justifies the architecture, and the one nobody has priced.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and Spectre decks both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(18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&amp; T.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