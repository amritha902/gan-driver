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9"/>
    <p:sldId id="267" r:id="rId18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<Relationship Id="rId19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4589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.mp4"/><Relationship Id="rId3" Type="http://schemas.openxmlformats.org/officeDocument/2006/relationships/image" Target="../media/image1.png"/><Relationship Id="rId4" Type="http://schemas.openxmlformats.org/officeDocument/2006/relationships/video" Target="../media/media1.mp4"/><Relationship Id="rId5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Segmented Gate Driver for GaN HEMTs: Measuring What Operating-Point Scheduling Is Actually Worth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Amritha  —  Reg. No. ________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Bindu  — 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 ·  02.09.2026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— 02.09.2026 (5 Marks, 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Proposed Solution &amp; 50% Work Completion.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8–10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and background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— minimum 8–10 recent references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 and their limitations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solution, scope and methodology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work completed, timeline, tools &amp; technologies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Problem clarity &amp; relevance (2), Literature survey quality (1), Proposed solution feasibility (1), Presentation quality (1).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Problem Statement: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a GaN half-bridge the dV/dt of one device couples through C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GD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into the gate of the device meant to be off. With a threshold near 1.4 V the spurious pulse can exceed it and turn that device partially on — shoot-through, extra loss, and at worst destruction.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Background &amp; Significance: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Every mitigation costs something, and negative off-bias is uniquely expensive on GaN: with no body diode the reverse drop is V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+ I·R + |V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GS,off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|, so each volt of crosstalk margin is paid for again across the whole dead time.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Existing Solutions: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Active gate drivers with segmented drive strength, Miller clamps, programmable dead time and negative off-bias [1], [2]. Recent work computes Pareto fronts over gate-current profiles, reports up to 60 % less switching loss than a conventional driver, and proposes deploying the result as adaptive lookup-table control.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Limitations / Research Gap: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That comparison conflates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choosing better fixed settings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with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adapting settings per operating point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. Only the second needs sensing, a lookup table and a controller — the hardware cost that justifies the architecture. No published work isolates them, so the value of adaptation has never been measured.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Zhang, Wang, Tolbert &amp; Blalock (2014)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Active Gate Driver for Crosstalk Suppression of SiC Devices in a Phase-Leg Configuration — IEEE TPEL 29(4), 1986–1997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Two gate-assist circuits on a SiC MOSFET phase leg; suppresses the spurious gate pulse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Up to 17 % less turn-on loss. SiC has a body diode, so the third-quadrant cost of negative off-bias — the GaN-specific trade — never appears.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Xie, Wang, Tang, Yang &amp; Chen (2017)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An Analytical Model for False Turn-On Evaluation of High-Voltage Enhancement-Mode GaN Transistor in Bridge-Leg Configuration — IEEE TPEL 32(8), 6416–6433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Closed-form model of the crosstalk loop for e-mode GaN; predicts the spurious gate peak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Models the mechanism accurately but does not optimise a driver against it, and does not ask whether settings must adapt per operating point.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Reusch &amp; Strydom (2014)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Understanding the Effect of PCB Layout on Circuit Performance in a High-Frequency GaN-Based Point of Load Converter — IEEE TPEL 29(4), 2008–2015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Measures GaN converter performance across deliberately varied board layouts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Loop inductance is set by layout, not by the device. Our robustness study finds the scheduling ceiling depends on exactly this parameter (13.5 % at 1.5 nH vs 0.6 % at 4.5 nH).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>— to be added 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>— to be added 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>— to be added 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808080"/>
                          </a:solidFill>
                          <a:latin typeface="Calibri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3 of the minimum 8–10 references are filled and verified against the publisher record (volume, issue, pages, author list). </a:t>
            </a: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Five more still to add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duplicate this slide for rows 7–10.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&amp; Methodology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Proposed Solution: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 segmented GaN gate driver with a 720-point control word: 8 pull-up slices, 8 pull-down slices, dead time 5–35 ns, an active Miller clamp, and a selectable off-bias rail (0 / −2 V).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contribution is to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separate the two claims by exhaustive search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: sweep the full word at every corner, so each per-corner optimum is a true optimum and not the best of a shortlist, then compare against the best single fixed word. That difference is the value of adaptation, and nothing else.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Methodology / Approach: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Double-pulse test in ngspice with a behavioural eGaN model from datasheet quantities. Its channel is symmetric by design, so the third-quadrant penalty of negative bias emerges from device physics rather than being added by hand.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Eight metrics per run — three energies, overshoot, settling, oscillation energy, spurious gate voltage, crosstalk margin — frozen in one extractor early, so no later sweep becomes incomparable.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Every reported quantity must be flat across a 5× timestep range. Enforced, not assumed: it has twice rejected a number that had already reached a draft.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Project Scope: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scope: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driver architecture, control-word optimisation, transistor-level output stage in SKY130.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Out of scope: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GaN device fabrication, closed-loop sensing hardware, PCB build.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(50%), Timeline &amp; Tools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Work completed so far (≈ 50 %):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Crosstalk reproduced and fixed.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Fastest drive, no clamp: spurious gate peak 1.65 V against a 1.4 V threshold — false turn-on. Clamp on with −2 V off-bias: −1.18 V, a 2.58 V margin.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Full exhaustive search.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720 control words at each of four corners (50–200 V, 2–10 A, 25–125 °C) = 2,880 transients, plus 1,511 over a 36-point operating grid.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Robustness study.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21,600 further transients perturbing five device-model parameters, one failure.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Ports generated and re-simulated.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LTspice-dialect, Spectre and browser-WASM decks each reproduce 122.4 V / 5.00 V / 1.65 V on re-simulation. LTspice and Spectre themselves are not yet run — no installation available — so those two are faithful ports, not cross-simulator agreement.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Nearly 26,000 transient simulations in total; a 28-section written record; a full manuscript draft.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Timeline &amp; milestones to Review-III: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Review-II: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transistor-level output stage in Cadence with a 5 V-capable PDK; re-run the ceiling on real devices; hardware-in-the-loop plan.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Review-III: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half-bridge measured at one corner; manuscript submitted.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Tools &amp; technologies: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ngspice 42 (all sweeps) · LTspice · Cadence Spectre / OCEAN · SKY130 PDK (BSIM4) · Python / NumPy / Matplotlib · MATLAB Online (independent cross-check) · Git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fig1_crosstal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325880"/>
            <a:ext cx="6675120" cy="42383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760720"/>
            <a:ext cx="66751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Fig. 1  Spurious gate voltage on the off-device: the failure, and the actuator that removes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325880"/>
            <a:ext cx="3886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problem is real, and reproduced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28800"/>
            <a:ext cx="38862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1.65 V</a:t>
            </a:r>
          </a:p>
          <a:p>
            <a:pPr marL="177800" indent="0">
              <a:spcAft>
                <a:spcPts val="6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spurious gate peak vs 1.4 V threshold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Fastest drive, no clamp — false turn-on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63240"/>
            <a:ext cx="38862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2.58 V</a:t>
            </a:r>
          </a:p>
          <a:p>
            <a:pPr marL="177800" indent="0">
              <a:spcAft>
                <a:spcPts val="6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margin with clamp + −2 V off-bias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actuator removes it completely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343400"/>
            <a:ext cx="38862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2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And safety is nearly free</a:t>
            </a:r>
          </a:p>
          <a:p>
            <a:pPr marL="177800" indent="0">
              <a:spcAft>
                <a:spcPts val="200"/>
              </a:spcAft>
              <a:buSzPct val="100000"/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energy-optimal control word is already crosstalk-safe at three of four corners. At the fourth, safety costs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0.04 % of switching energy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3.335 µJ against 3.334 µJ.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clamp itself is worth 9.7–12.2 % of the blended cost, from a static architecture choice needing no sensing or controller.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paper_fig2_cei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417320"/>
            <a:ext cx="6035040" cy="3212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92040"/>
            <a:ext cx="6035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Fig. 2  Cost of one fixed control word vs the true per-corner optimum, four corners.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40680"/>
            <a:ext cx="60350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Full 720-word search at every corner — 2,880 transients — so each per-corner optimum is a true optimum, not the best of a shortlist.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60" y="1325880"/>
            <a:ext cx="45262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What adaptation is actually 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828800"/>
            <a:ext cx="45262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5.2 %</a:t>
            </a:r>
          </a:p>
          <a:p>
            <a:pPr marL="177800" indent="0">
              <a:spcAft>
                <a:spcPts val="6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ceiling on operating-point scheduling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vs the best single fixed word. A fixed word is nearly as good.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3154680"/>
            <a:ext cx="452628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8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benefit is not spread out. 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Three corners lose 1–4 % from a fixed word; one loses 12.7 %.</a:t>
            </a:r>
          </a:p>
          <a:p>
            <a:pPr marL="177800" indent="0">
              <a:spcAft>
                <a:spcPts val="18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It is carried by the dead time. 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Freezing dead time costs 5.45 %; freezing pull-up drive strength costs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0.00 %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and drive strength is what the active-gate-driver literature actually schedules.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Robust to the device, conditional on the layout. 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Across 21,600 transients, no device parameter moves the ceiling outside 4.3–7.7 %. Halving the loop inductance takes it to 13.5 %, and loop inductance is board layout, not the transistor [3].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peline_demo_review1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40080" y="1417320"/>
            <a:ext cx="6949440" cy="40507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2356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Click to play (17 s). Real captured output — only the pacing is presentational.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417320"/>
            <a:ext cx="3611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24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What it shows</a:t>
            </a:r>
          </a:p>
          <a:p>
            <a:pPr marL="177800" indent="-177800">
              <a:spcAft>
                <a:spcPts val="18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ngspice 42 running the real double-pulse test.</a:t>
            </a:r>
          </a:p>
          <a:p>
            <a:pPr marL="177800" indent="-177800">
              <a:spcAft>
                <a:spcPts val="18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Fastest drive, no clamp: spurious gate 1.649 V, margin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−0.249 V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false turn-on.</a:t>
            </a:r>
          </a:p>
          <a:p>
            <a:pPr marL="177800" indent="-177800">
              <a:spcAft>
                <a:spcPts val="18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Miller clamp on: 0.830 V, margin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+0.570 V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safe.</a:t>
            </a:r>
          </a:p>
          <a:p>
            <a:pPr marL="177800" indent="-177800">
              <a:spcAft>
                <a:spcPts val="24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full 720-word search at four corners: 474 feasible, ceiling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5.2 %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.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Two more videos ship in the project folder: a 33 s waveform viewer and the research walk-through.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numbers hold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554480"/>
            <a:ext cx="52578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20"/>
              </a:spcAft>
              <a:buSzPct val="100000"/>
              <a:buNone/>
            </a:pPr>
            <a:r>
              <a:rPr lang="en-US" sz="4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25,990</a:t>
            </a:r>
          </a:p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transient simulations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Every sweep, corner study and robustness run, start to finish.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554480"/>
            <a:ext cx="52578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20"/>
              </a:spcAft>
              <a:buSzPct val="100000"/>
              <a:buNone/>
            </a:pPr>
            <a:r>
              <a:rPr lang="en-US" sz="4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720</a:t>
            </a:r>
          </a:p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control words, searched in full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At every corner — so each per-corner optimum is a true optimum, not the best of a shortlist.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03320"/>
            <a:ext cx="52578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20"/>
              </a:spcAft>
              <a:buSzPct val="100000"/>
              <a:buNone/>
            </a:pPr>
            <a:r>
              <a:rPr lang="en-US" sz="4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25×</a:t>
            </a:r>
          </a:p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timestep refinement survived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Every reported quantity must be flat across it. Enforced, not assumed.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703320"/>
            <a:ext cx="52578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20"/>
              </a:spcAft>
              <a:buSzPct val="100000"/>
              <a:buNone/>
            </a:pPr>
            <a:r>
              <a:rPr lang="en-US" sz="4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7</a:t>
            </a:r>
          </a:p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wrong numbers caught, and corrected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By that discipline, before any of them reached the report.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Stated plainly: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LTspice and Spectre decks are faithful ports re-simulated to the same numbers, but neither simulator has itself been run — no installation was available.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0">
              <a:spcAft>
                <a:spcPts val="500"/>
              </a:spcAft>
              <a:buSzPct val="100000"/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[1]  Z. Zhang, F. Wang, L. M. Tolbert and B. J. Blalock, “Active Gate Driver for Crosstalk Suppression of SiC Devices in a Phase-Leg Configuration,” 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IEEE Trans. Power Electron.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vol. 29, no. 4, pp. 1986–1997, Apr. 2014.</a:t>
            </a:r>
          </a:p>
          <a:p>
            <a:pPr marL="177800" indent="0">
              <a:spcAft>
                <a:spcPts val="500"/>
              </a:spcAft>
              <a:buSzPct val="100000"/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[2]  R. Xie, H. Wang, G. Tang, X. Yang and K. J. Chen, “An Analytical Model for False Turn-On Evaluation of High-Voltage Enhancement-Mode GaN Transistor in Bridge-Leg Configuration,” 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IEEE Trans. Power Electron.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vol. 32, no. 8, pp. 6416–6433, Aug. 2017.</a:t>
            </a:r>
          </a:p>
          <a:p>
            <a:pPr marL="177800" indent="0">
              <a:spcAft>
                <a:spcPts val="500"/>
              </a:spcAft>
              <a:buSzPct val="100000"/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[3]  D. Reusch and J. Strydom, “Understanding the Effect of PCB Layout on Circuit Performance in a High-Frequency Gallium-Nitride-Based Point of Load Converter,” 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IEEE Trans. Power Electron.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vol. 29, no. 4, pp. 2008–2015, Apr. 2014.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Each of the three above has been verified against the publisher record. Five more are needed to meet the 8–10 minimum; they are deliberately not listed until verified, so that nothing unchecked is cited.</a:t>
            </a:r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Use IEEE format. Every reference listed must be cited in the slides / report.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496</Words>
  <Application>Microsoft Macintosh PowerPoint</Application>
  <PresentationFormat>Widescreen</PresentationFormat>
  <Paragraphs>89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2</cp:revision>
  <dcterms:created xsi:type="dcterms:W3CDTF">2026-08-27T09:57:11Z</dcterms:created>
  <dcterms:modified xsi:type="dcterms:W3CDTF">2026-08-27T10:07:08Z</dcterms:modified>
</cp:coreProperties>
</file>