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85" r:id="rId36"/>
    <p:sldId id="259" r:id="rId5"/>
    <p:sldId id="260" r:id="rId6"/>
    <p:sldId id="267" r:id="rId18"/>
    <p:sldId id="286" r:id="rId37"/>
    <p:sldId id="283" r:id="rId34"/>
    <p:sldId id="261" r:id="rId7"/>
    <p:sldId id="281" r:id="rId32"/>
    <p:sldId id="274" r:id="rId25"/>
    <p:sldId id="279" r:id="rId30"/>
    <p:sldId id="277" r:id="rId28"/>
    <p:sldId id="284" r:id="rId35"/>
    <p:sldId id="278" r:id="rId29"/>
    <p:sldId id="262" r:id="rId8"/>
    <p:sldId id="272" r:id="rId23"/>
    <p:sldId id="287" r:id="rId38"/>
    <p:sldId id="282" r:id="rId33"/>
    <p:sldId id="273" r:id="rId24"/>
    <p:sldId id="263" r:id="rId9"/>
    <p:sldId id="280" r:id="rId31"/>
    <p:sldId id="275" r:id="rId26"/>
    <p:sldId id="276" r:id="rId27"/>
    <p:sldId id="264" r:id="rId10"/>
    <p:sldId id="288" r:id="rId39"/>
    <p:sldId id="268" r:id="rId19"/>
    <p:sldId id="289" r:id="rId40"/>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One device's dV/dt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that is supposed to be OFF. It reaches </a:t>
            </a:r>
            <a:r>
              <a:rPr lang="en-US" sz="1500" b="1" dirty="0">
                <a:solidFill>
                  <a:srgbClr val="000000"/>
                </a:solidFill>
                <a:latin typeface="Calibri" pitchFamily="34" charset="0"/>
                <a:ea typeface="Calibri" pitchFamily="34" charset="-122"/>
                <a:cs typeface="Calibri" pitchFamily="34" charset="-120"/>
              </a:rPr>
              <a:t xml:space="preserve">1.65 V against a 1.4 V threshold</a:t>
            </a:r>
            <a:r>
              <a:rPr lang="en-US" sz="1500" dirty="0">
                <a:solidFill>
                  <a:srgbClr val="000000"/>
                </a:solidFill>
                <a:latin typeface="Calibri" pitchFamily="34" charset="0"/>
                <a:ea typeface="Calibri" pitchFamily="34" charset="-122"/>
                <a:cs typeface="Calibri" pitchFamily="34" charset="-120"/>
              </a:rPr>
              <a:t xml:space="preserve"> — false turn-on, and a shoot-through path.</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core of EV traction inverters and battery storage converters. The whole reason to choose GaN is speed — which is exactly what makes this failure worse.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segmented drive, Miller clamps, programmable dead time, negative off-bias [1]–[4]. Closed-loop designs report 30.5 % less overshoot and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 design-time choice with a runtime capability. Only the second needs sensing,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problem,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1.65 V spurious against a 1.4 V threshold. Clamp on with −2 V off-bias: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exhaustive search is complete.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words at each of four corners — 2,880 transients — so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asserted.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across five device parameters: the ceiling holds between 4.3 % and 7.7 %. Loop inductance and EMI were tested, not argued.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2024.1.2, synthesised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25.1 %.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3.9 %.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a light-load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3.7 %</a:t>
            </a:r>
            <a:r>
              <a:rPr lang="en-US" sz="1600" dirty="0">
                <a:solidFill>
                  <a:srgbClr val="000000"/>
                </a:solidFill>
                <a:latin typeface="Calibri" pitchFamily="34" charset="0"/>
                <a:ea typeface="Calibri" pitchFamily="34" charset="-122"/>
                <a:cs typeface="Calibri" pitchFamily="34" charset="-120"/>
              </a:rPr>
              <a:t xml:space="preserve">.</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one device model underlies everything.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1.4–12.7 %.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34,622 simulations · 1.65 V spurious · 2.58 V margin · 5.2 %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720-word search · (A) 25.1 % vs (B) 3.9 %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04</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Where this goes</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The deliverable, the limits, and Review-II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