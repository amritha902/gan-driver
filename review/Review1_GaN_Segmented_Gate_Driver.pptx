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300" r:id="rId43"/>
    <p:sldId id="301" r:id="rId44"/>
    <p:sldId id="260" r:id="rId6"/>
    <p:sldId id="267" r:id="rId18"/>
    <p:sldId id="282" r:id="rId33"/>
    <p:sldId id="302" r:id="rId45"/>
    <p:sldId id="303" r:id="rId46"/>
    <p:sldId id="304" r:id="rId47"/>
    <p:sldId id="305" r:id="rId48"/>
    <p:sldId id="280" r:id="rId31"/>
    <p:sldId id="278" r:id="rId29"/>
    <p:sldId id="298" r:id="rId2"/>
    <p:sldId id="296" r:id="rId19"/>
    <p:sldId id="297" r:id="rId40"/>
    <p:sldId id="299" r:id="rId42"/>
    <p:sldId id="295" r:id="rId21"/>
    <p:sldId id="313" r:id="rId56"/>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4" r:id="rId5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15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7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22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17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19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20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21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