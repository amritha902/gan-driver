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300" r:id="rId43"/>
    <p:sldId id="301" r:id="rId44"/>
    <p:sldId id="302" r:id="rId45"/>
    <p:sldId id="260" r:id="rId6"/>
    <p:sldId id="283" r:id="rId3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