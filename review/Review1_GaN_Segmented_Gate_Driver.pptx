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261" r:id="rId7"/>
    <p:sldId id="300" r:id="rId43"/>
    <p:sldId id="301" r:id="rId44"/>
    <p:sldId id="302" r:id="rId45"/>
    <p:sldId id="260" r:id="rId6"/>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4" r:id="rId57"/>
    <p:sldId id="291" r:id="rId35"/>
    <p:sldId id="293" r:id="rId30"/>
    <p:sldId id="263" r:id="rId9"/>
    <p:sldId id="294" r:id="rId28"/>
    <p:sldId id="292" r:id="rId32"/>
    <p:sldId id="275" r:id="rId26"/>
    <p:sldId id="276" r:id="rId27"/>
    <p:sldId id="264" r:id="rId10"/>
    <p:sldId id="273" r:id="rId24"/>
    <p:sldId id="285" r:id="rId36"/>
    <p:sldId id="262" r:id="rId8"/>
    <p:sldId id="272" r:id="rId23"/>
    <p:sldId id="271" r:id="rId22"/>
    <p:sldId id="265" r:id="rId11"/>
    <p:sldId id="290" r:id="rId41"/>
    <p:sldId id="315"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16 —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8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23 —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17 —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18 —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2.58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20 —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21 —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Full sensing, ADC and lookup table justify 3.7 % of the total gain over a fixed word plus one comparator.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22 —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sp>
        <p:nvSpPr>
          <p:cNvPr id="5" name="TextBox 4"/>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