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4" r:id="rId35"/>
    <p:sldId id="259" r:id="rId5"/>
    <p:sldId id="260" r:id="rId6"/>
    <p:sldId id="267" r:id="rId18"/>
    <p:sldId id="282" r:id="rId33"/>
    <p:sldId id="285" r:id="rId36"/>
    <p:sldId id="261" r:id="rId7"/>
    <p:sldId id="280" r:id="rId31"/>
    <p:sldId id="274" r:id="rId25"/>
    <p:sldId id="278" r:id="rId29"/>
    <p:sldId id="277" r:id="rId28"/>
    <p:sldId id="283" r:id="rId34"/>
    <p:sldId id="262" r:id="rId8"/>
    <p:sldId id="272" r:id="rId23"/>
    <p:sldId id="281" r:id="rId32"/>
    <p:sldId id="273" r:id="rId24"/>
    <p:sldId id="286" r:id="rId37"/>
    <p:sldId id="263" r:id="rId9"/>
    <p:sldId id="275" r:id="rId26"/>
    <p:sldId id="279" r:id="rId30"/>
    <p:sldId id="276" r:id="rId27"/>
    <p:sldId id="264" r:id="rId10"/>
    <p:sldId id="268" r:id="rId19"/>
    <p:sldId id="269" r:id="rId20"/>
    <p:sldId id="270" r:id="rId21"/>
    <p:sldId id="287" r:id="rId38"/>
    <p:sldId id="271" r:id="rId22"/>
    <p:sldId id="265" r:id="rId11"/>
    <p:sldId id="288" r:id="rId39"/>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half is real: </a:t>
            </a:r>
            <a:r>
              <a:rPr lang="en-US" sz="1600" dirty="0">
                <a:solidFill>
                  <a:srgbClr val="000000"/>
                </a:solidFill>
                <a:latin typeface="Calibri" pitchFamily="34" charset="0"/>
                <a:ea typeface="Calibri" pitchFamily="34" charset="-122"/>
                <a:cs typeface="Calibri" pitchFamily="34" charset="-120"/>
              </a:rPr>
              <a:t xml:space="preserve">20 LUTs and 20 flip-flops on an xc7a35t, 200 MHz met with 1.996 ns of slack.</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1.3–12.7 %.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