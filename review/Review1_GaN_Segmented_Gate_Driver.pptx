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Takayama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Robust across cost weightings: adaptation is 5.5–20.1 % of the gain for overshoot weights 0 to 1.0.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scripts/howmanywords.py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