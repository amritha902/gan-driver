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260" r:id="rId6"/>
    <p:sldId id="283" r:id="rId34"/>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307" r:id="rId50"/>
    <p:sldId id="308" r:id="rId51"/>
    <p:sldId id="309" r:id="rId52"/>
    <p:sldId id="310" r:id="rId53"/>
    <p:sldId id="311" r:id="rId54"/>
    <p:sldId id="312" r:id="rId55"/>
    <p:sldId id="313" r:id="rId56"/>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 on our device model. How much that depends on the model is itself a result, and it is on its own slide.</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9 — </a:t>
            </a:r>
            <a:r>
              <a:rPr lang="en-US" sz="1200" b="1" dirty="0">
                <a:solidFill>
                  <a:srgbClr val="000000"/>
                </a:solidFill>
                <a:latin typeface="Calibri" pitchFamily="34" charset="0"/>
                <a:ea typeface="Calibri" pitchFamily="34" charset="-122"/>
                <a:cs typeface="Calibri" pitchFamily="34" charset="-120"/>
              </a:rPr>
              <a:t> DIAGRAM — DRAWN,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31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26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29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30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A PROJECT FILE, TYPESET —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115.4 V on a 100 V bus — 15.4 % overshoot, with bus decoupling. Without it: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97.7 % efficient, OPEN LOOP at a fixed duty, which is the deck the switching study is measured on; the regulated version holds 50.0 V at 96.1 %.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 the SAME power stage and the SAME segmented drivers, now regulated by a type-III loop and then disturbed on purpose. Closed loop 50.01 / 50.00 / 50.01 V through a 2× load step and a 100 → 120 V line step; worst error 0.01 % against open loop's 20.0 %. Load step recovers in 4 µs, line step in 21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AND WHAT THIS IS NOT: models/zhangdrv.lib is our implementation of their DESCRIBED scheme — their netlist is not published —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ALONE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