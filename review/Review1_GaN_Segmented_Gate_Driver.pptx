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5" r:id="rId36"/>
    <p:sldId id="259" r:id="rId5"/>
    <p:sldId id="260" r:id="rId6"/>
    <p:sldId id="267" r:id="rId18"/>
    <p:sldId id="286" r:id="rId37"/>
    <p:sldId id="283" r:id="rId34"/>
    <p:sldId id="261" r:id="rId7"/>
    <p:sldId id="281" r:id="rId32"/>
    <p:sldId id="274" r:id="rId25"/>
    <p:sldId id="279" r:id="rId30"/>
    <p:sldId id="277" r:id="rId28"/>
    <p:sldId id="284" r:id="rId35"/>
    <p:sldId id="278" r:id="rId29"/>
    <p:sldId id="262" r:id="rId8"/>
    <p:sldId id="272" r:id="rId23"/>
    <p:sldId id="287" r:id="rId38"/>
    <p:sldId id="282" r:id="rId33"/>
    <p:sldId id="273" r:id="rId24"/>
    <p:sldId id="263" r:id="rId9"/>
    <p:sldId id="280" r:id="rId31"/>
    <p:sldId id="275" r:id="rId26"/>
    <p:sldId id="276" r:id="rId27"/>
    <p:sldId id="264" r:id="rId10"/>
    <p:sldId id="288" r:id="rId39"/>
    <p:sldId id="268" r:id="rId19"/>
    <p:sldId id="289" r:id="rId40"/>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[2] [3] [4] [11] [12]</a:t>
                      </a:r>
                      <a:endParaRPr lang="en-US" sz="1300" dirty="0">
                        <a:latin typeface="Calibri" charset="0"/>
                        <a:ea typeface="Calibri" charset="0"/>
                        <a:cs typeface="Calibri" charset="0"/>
                      </a:endParaRPr>
                    </a:p>
                    <a:p>
                      <a:r>
                        <a:rPr sz="1050" b="0">
                          <a:solidFill>
                            <a:srgbClr val="000000"/>
                          </a:solidFill>
                          <a:latin typeface="Calibri"/>
                        </a:rPr>
                        <a:t>[14]–[19] [21]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 [22] [23] [29] [30]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 [28]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[24] [27]</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3716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3716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3716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3716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