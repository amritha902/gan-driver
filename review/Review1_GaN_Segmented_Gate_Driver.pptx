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7" r:id="rId60"/>
    <p:sldId id="261" r:id="rId7"/>
    <p:sldId id="300" r:id="rId43"/>
    <p:sldId id="301" r:id="rId44"/>
    <p:sldId id="302" r:id="rId45"/>
    <p:sldId id="323" r:id="rId66"/>
    <p:sldId id="260" r:id="rId6"/>
    <p:sldId id="283" r:id="rId34"/>
    <p:sldId id="324" r:id="rId67"/>
    <p:sldId id="325" r:id="rId68"/>
    <p:sldId id="326" r:id="rId69"/>
    <p:sldId id="328" r:id="rId71"/>
    <p:sldId id="327" r:id="rId70"/>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5" r:id="rId58"/>
    <p:sldId id="291" r:id="rId35"/>
    <p:sldId id="293" r:id="rId30"/>
    <p:sldId id="308" r:id="rId51"/>
    <p:sldId id="307" r:id="rId50"/>
    <p:sldId id="309" r:id="rId52"/>
    <p:sldId id="310" r:id="rId53"/>
    <p:sldId id="311" r:id="rId54"/>
    <p:sldId id="312" r:id="rId55"/>
    <p:sldId id="313" r:id="rId56"/>
    <p:sldId id="314" r:id="rId57"/>
    <p:sldId id="263" r:id="rId9"/>
    <p:sldId id="294" r:id="rId28"/>
    <p:sldId id="292" r:id="rId32"/>
    <p:sldId id="275" r:id="rId26"/>
    <p:sldId id="276" r:id="rId27"/>
    <p:sldId id="264" r:id="rId10"/>
    <p:sldId id="273" r:id="rId24"/>
    <p:sldId id="285" r:id="rId36"/>
    <p:sldId id="319" r:id="rId62"/>
    <p:sldId id="320" r:id="rId63"/>
    <p:sldId id="322" r:id="rId65"/>
    <p:sldId id="318" r:id="rId61"/>
    <p:sldId id="262" r:id="rId8"/>
    <p:sldId id="272" r:id="rId23"/>
    <p:sldId id="332" r:id="rId75"/>
    <p:sldId id="271" r:id="rId22"/>
    <p:sldId id="265" r:id="rId11"/>
    <p:sldId id="290" r:id="rId4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20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19</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12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11</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48.6 V at 4.88 A, 97.7 %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35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21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30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32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33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34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31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118.0 V on a 100 V bus: 18.0 % overshoot, on the shipped word at a step that resolves the edge. Most of it is the −2 V rail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28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