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61" r:id="rId7"/>
    <p:sldId id="274" r:id="rId25"/>
    <p:sldId id="279" r:id="rId30"/>
    <p:sldId id="277" r:id="rId28"/>
    <p:sldId id="278" r:id="rId29"/>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Takayama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with an on-chip pattern generator for drive strength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Robust across cost weightings: adaptation is 5.5–20.1 % of the gain for overshoot weights 0 to 1.0.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scripts/howmanywords.py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Takayama &amp;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