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Takayama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with an on-chip pattern generator for drive strength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contribution is to </a:t>
            </a:r>
            <a:r>
              <a:rPr lang="en-US" sz="1500" b="1" dirty="0">
                <a:solidFill>
                  <a:srgbClr val="000000"/>
                </a:solidFill>
                <a:latin typeface="Calibri" pitchFamily="34" charset="0"/>
                <a:ea typeface="Calibri" pitchFamily="34" charset="-122"/>
                <a:cs typeface="Calibri" pitchFamily="34" charset="-120"/>
              </a:rPr>
              <a:t xml:space="preserve">separate the two claims by exhaustive search</a:t>
            </a:r>
            <a:r>
              <a:rPr lang="en-US" sz="1500" dirty="0">
                <a:solidFill>
                  <a:srgbClr val="000000"/>
                </a:solidFill>
                <a:latin typeface="Calibri" pitchFamily="34" charset="0"/>
                <a:ea typeface="Calibri" pitchFamily="34" charset="-122"/>
                <a:cs typeface="Calibri" pitchFamily="34" charset="-120"/>
              </a:rPr>
              <a:t xml:space="preserve">: sweep the full word at every corner, so each per-corner optimum is a true optimum and not the best of a shortlist,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channel is symmetric by design, so the third-quadrant penalty of negative bias emerges from device physics rather than being added by hand.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 three energies, overshoot, settling, oscillation energy, spurious gate voltage, crosstalk margin — frozen in one extractor early, so no later sweep becomes incomparable.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reported quantity must be flat across a 5× timestep range. Enforced, not assumed: it has twice rejected a number that had already reached a draft.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closed-loop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Robust across cost weightings: adaptation is 5.5–20.1 % of the gain for overshoot weights 0 to 1.0.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scripts/howmanywords.py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and the same three experiments ship as LTspice schematics in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