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7" r:id="rId60"/>
    <p:sldId id="261" r:id="rId7"/>
    <p:sldId id="300" r:id="rId43"/>
    <p:sldId id="301" r:id="rId44"/>
    <p:sldId id="302" r:id="rId45"/>
    <p:sldId id="323" r:id="rId66"/>
    <p:sldId id="260" r:id="rId6"/>
    <p:sldId id="283" r:id="rId34"/>
    <p:sldId id="324" r:id="rId67"/>
    <p:sldId id="325" r:id="rId68"/>
    <p:sldId id="327" r:id="rId70"/>
    <p:sldId id="326" r:id="rId69"/>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19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4.876 A, 97.70 %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236.9 W delivered, 97.7 %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11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48.6 V at 4.88 A, 97.7 %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60,533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0.01 %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The remaining 10 % is place-and-route on a chosen board and a hardware half-bridge on a bench. The simulation is finished, and simulating harder will not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Plainly: the simulation is finished, across the envelope and not just at one point. 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34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20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31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32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33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97.7 %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60,533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4.876 A out: 242.47 W drawn, 236.89 W delivered, 97.70 % efficient. Peak switch node 118.0 V on a 100 V bus: 18.0 % overshoot, on the shipped word at a step that resolves the edge. Most of it is the −2 V rail (+11.3 points) — the margin is not free. scripts/overshoot_audit.py.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97.7 %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0.01 % error through a 2× load step and a 20 % line step; open loop walks to 60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60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0.01 % against open loop's 20.0 %.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-11.8×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13 % more gate power and we overshoot 24 points harder, because we switch faster. That buys 1.2 ns of latency, 0.28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0.01 %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