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83" r:id="rId34"/>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p>
                      <a:r>
                        <a:rPr sz="1050" b="0">
                          <a:solidFill>
                            <a:srgbClr val="000000"/>
                          </a:solidFill>
                          <a:latin typeface="Calibri"/>
                        </a:rPr>
                        <a:t>[14]–[19]</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[27]–[30]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(export written)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 Vivado export written (rtl/vivado/, bench passes); not yet run — Windows/Linux only.</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