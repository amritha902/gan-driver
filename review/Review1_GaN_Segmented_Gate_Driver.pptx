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3" r:id="rId34"/>
    <p:sldId id="261" r:id="rId7"/>
    <p:sldId id="281" r:id="rId32"/>
    <p:sldId id="274" r:id="rId25"/>
    <p:sldId id="279" r:id="rId30"/>
    <p:sldId id="277" r:id="rId28"/>
    <p:sldId id="284" r:id="rId35"/>
    <p:sldId id="278" r:id="rId29"/>
    <p:sldId id="262" r:id="rId8"/>
    <p:sldId id="272" r:id="rId23"/>
    <p:sldId id="282" r:id="rId33"/>
    <p:sldId id="273" r:id="rId24"/>
    <p:sldId id="263" r:id="rId9"/>
    <p:sldId id="280" r:id="rId31"/>
    <p:sldId id="275" r:id="rId26"/>
    <p:sldId id="276" r:id="rId27"/>
    <p:sldId id="264" r:id="rId10"/>
    <p:sldId id="268" r:id="rId19"/>
    <p:sldId id="269" r:id="rId20"/>
    <p:sldId id="270" r:id="rId21"/>
    <p:sldId id="271" r:id="rId22"/>
    <p:sldId id="265" r:id="rId11"/>
    <p:sldId id="285" r:id="rId36"/>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