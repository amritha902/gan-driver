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282" r:id="rId33"/>
    <p:sldId id="261" r:id="rId7"/>
    <p:sldId id="278" r:id="rId29"/>
    <p:sldId id="296" r:id="rId19"/>
    <p:sldId id="305" r:id="rId48"/>
    <p:sldId id="306" r:id="rId49"/>
    <p:sldId id="307" r:id="rId50"/>
    <p:sldId id="308" r:id="rId51"/>
    <p:sldId id="309" r:id="rId52"/>
    <p:sldId id="311" r:id="rId54"/>
    <p:sldId id="262" r:id="rId8"/>
    <p:sldId id="272" r:id="rId23"/>
    <p:sldId id="265" r:id="rId11"/>
    <p:sldId id="313" r:id="rId5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DC–DC Power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Takayama, Okuda &amp;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Drives the gate from a multibit CODE instead of a resistor — the driver is a DAC, and the code changes DURING the switching edge.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Why it matters to us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digital code is finite. That is what makes the setting space searchable, and what makes the driver implementable on an FPGA rather than as an analogue network.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leaves open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It never asks whether the code has to CHANGE as load, voltage and temperature move. That question is this project.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 Takayama, T. Okuda and T. Hikihara, </a:t>
            </a:r>
            <a:r>
              <a:rPr lang="en-US" sz="1150" b="1" dirty="0">
                <a:solidFill>
                  <a:srgbClr val="000000"/>
                </a:solidFill>
                <a:latin typeface="Calibri" pitchFamily="34" charset="0"/>
                <a:ea typeface="Calibri" pitchFamily="34" charset="-122"/>
                <a:cs typeface="Calibri" pitchFamily="34" charset="-120"/>
              </a:rPr>
              <a:t xml:space="preserve">“Digital Active Gate Drive of SiC MOSFETs for Controlling Switching Behavior,”</a:t>
            </a:r>
            <a:r>
              <a:rPr lang="en-US" sz="1150" dirty="0">
                <a:solidFill>
                  <a:srgbClr val="000000"/>
                </a:solidFill>
                <a:latin typeface="Calibri" pitchFamily="34" charset="0"/>
                <a:ea typeface="Calibri" pitchFamily="34" charset="-122"/>
                <a:cs typeface="Calibri" pitchFamily="34" charset="-120"/>
              </a:rPr>
              <a:t xml:space="preserve"> Int. J. Circuit Theory Appl., vol. 50, no. 1, pp. 183–196, 2022.  doi.org/10.1002/cta.3136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4</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5897880"/>
            <a:ext cx="11201400"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driver, power stage. Only the dashed block requires sensing.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1201400"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100 V supply with power-loop parasitics, two GaN HEMTs, a segmented gate driver on each gate, output filter,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models/basedrv.lib</a:t>
            </a:r>
            <a:r>
              <a:rPr lang="en-US" sz="1250" dirty="0">
                <a:solidFill>
                  <a:srgbClr val="000000"/>
                </a:solidFill>
                <a:latin typeface="Calibri" pitchFamily="34" charset="0"/>
                <a:ea typeface="Calibri" pitchFamily="34" charset="-122"/>
                <a:cs typeface="Calibri" pitchFamily="34" charset="-120"/>
              </a:rPr>
              <a:t> is Takayama, Okuda &amp; Hikihara's driver: a multi-bit code that changes DURING the switching edge,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+0.534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changing-in-time code on its own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fast fixed code is worse than their timed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4.8× the base paper's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shapes the gate over TIME; we keep the code steady and add two things they do not have. Both clear the threshold — theirs works — but ours clears it by 4.8× more, and ours is the one whose settings can then be searched in full.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converter is built and it runs.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100 V DC in, 48.6 V DC out at 4.88 A — 236.9 W into the load from 242.6 W drawn, 97.6 % efficient.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fault is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off gate reaches 1.65 V against a 1.4 V threshold. With the clamp and the −2 V rail: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Specific cases run and measured, one at a time.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Five settings at full load, then the same driver swept at two operating points — every number below came off its own ngspice run.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setting measured on the converter itself.</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Across the same knob, power lost moves 4.5 % and peak device voltage moves 50 %, in opposite directions.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controller is written and verified.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20 LUTs and 20 flip-flops in Vivado, 200 MHz met with 1.996 ns to spare.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converter is built and converting, the crosstalk fault is reproduced and fixed, the named cases have been run, and the FPGA controller is written and verified.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close the loop.</a:t>
            </a:r>
            <a:r>
              <a:rPr lang="en-US" sz="1500" dirty="0">
                <a:solidFill>
                  <a:srgbClr val="000000"/>
                </a:solidFill>
                <a:latin typeface="Calibri" pitchFamily="34" charset="0"/>
                <a:ea typeface="Calibri" pitchFamily="34" charset="-122"/>
                <a:cs typeface="Calibri" pitchFamily="34" charset="-120"/>
              </a:rPr>
              <a:t xml:space="preserve"> Add a feedback controller so the output holds its value when the load changes, then re-run the driver-setting study with the loop closed.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settle the light-load question.</a:t>
            </a:r>
            <a:r>
              <a:rPr lang="en-US" sz="1500" dirty="0">
                <a:solidFill>
                  <a:srgbClr val="000000"/>
                </a:solidFill>
                <a:latin typeface="Calibri" pitchFamily="34" charset="0"/>
                <a:ea typeface="Calibri" pitchFamily="34" charset="-122"/>
                <a:cs typeface="Calibri" pitchFamily="34" charset="-120"/>
              </a:rPr>
              <a:t xml:space="preserve"> The cheapest dead time is 15 ns at full load and 5 ns at light load. Run the converter at both and measure what a two-setting controller actually saves against one fixed setting — that is the number the whole project turns 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Same tools throughout.</a:t>
            </a:r>
            <a:r>
              <a:rPr lang="en-US" sz="1500" dirty="0">
                <a:solidFill>
                  <a:srgbClr val="000000"/>
                </a:solidFill>
                <a:latin typeface="Calibri" pitchFamily="34" charset="0"/>
                <a:ea typeface="Calibri" pitchFamily="34" charset="-122"/>
                <a:cs typeface="Calibri" pitchFamily="34" charset="-120"/>
              </a:rPr>
              <a:t xml:space="preserve"> ngspice for the circuit, Vivado for the FPGA, start to finish.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Closing the loop changes where the converter actually operates, so the setting study has to be redone afterwards, not before. That ordering is the schedule risk.</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the work lives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 the circuits, the scripts, the Verilog and the Vivado reports.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2.58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The base paper [9] (doi.org/10.1002/cta.3136) shows that a gate waveform can be chosen by a digital code. It, and every paper after it, then reports one number — how much better than a plain driver. That number adds together two separate effects, and only the second needs a sensor, an ADC and a lookup table. Separating them means running every setting at every operating point,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Full sensing, ADC and lookup table justify 3.7 % of the total gain over a fixed word plus one comparator.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the data supports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One comparator gets 72 % of that 3.9 %.</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a light-load comparator — not a sensor, an ADC and a lookup table.</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Every number in this deck is regenerated by a named script, in ngspice or in Vivado.</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fault, and the fix</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named cases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DC–DC Power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