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4" r:id="rId67"/>
    <p:sldId id="325" r:id="rId68"/>
    <p:sldId id="327" r:id="rId70"/>
    <p:sldId id="326" r:id="rId69"/>
    <p:sldId id="321" r:id="rId64"/>
    <p:sldId id="320" r:id="rId63"/>
    <p:sldId id="322" r:id="rId65"/>
    <p:sldId id="318" r:id="rId61"/>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