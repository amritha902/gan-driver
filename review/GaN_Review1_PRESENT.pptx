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261" r:id="rId7"/>
    <p:sldId id="274" r:id="rId25"/>
    <p:sldId id="280" r:id="rId31"/>
    <p:sldId id="278" r:id="rId29"/>
    <p:sldId id="296" r:id="rId19"/>
    <p:sldId id="312" r:id="rId55"/>
    <p:sldId id="305" r:id="rId48"/>
    <p:sldId id="306" r:id="rId49"/>
    <p:sldId id="294" r:id="rId28"/>
    <p:sldId id="307" r:id="rId50"/>
    <p:sldId id="308" r:id="rId51"/>
    <p:sldId id="309" r:id="rId52"/>
    <p:sldId id="311" r:id="rId54"/>
    <p:sldId id="262" r:id="rId8"/>
    <p:sldId id="272" r:id="rId23"/>
    <p:sldId id="265" r:id="rId11"/>
    <p:sldId id="313"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