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28" r:id="rId71"/>
    <p:sldId id="329" r:id="rId72"/>
    <p:sldId id="330" r:id="rId73"/>
    <p:sldId id="332" r:id="rId75"/>
    <p:sldId id="324" r:id="rId67"/>
    <p:sldId id="331" r:id="rId74"/>
    <p:sldId id="321" r:id="rId64"/>
    <p:sldId id="320" r:id="rId63"/>
    <p:sldId id="322" r:id="rId65"/>
    <p:sldId id="318" r:id="rId61"/>
    <p:sldId id="336" r:id="rId79"/>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97.50 %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100.0 V and 2.423 A in, 48.50 V and 4.869 A out: 242.33 W drawn, 236.26 W delivered, 97.50 % efficient. Peak switch node 115.1 V, 15.1 % overshoot at this deck's 0.2 ns step; resolving the edge at 0.02 ns gives 18.0 %, of which the −2 V rail is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188720"/>
            <a:ext cx="8778240" cy="4937760"/>
          </a:xfrm>
          <a:prstGeom prst="rect">
            <a:avLst/>
          </a:prstGeom>
        </p:spPr>
      </p:pic>
      <p:sp>
        <p:nvSpPr>
          <p:cNvPr id="6" name="TextBox 5"/>
          <p:cNvSpPr txBox="1"/>
          <p:nvPr/>
        </p:nvSpPr>
        <p:spPr>
          <a:xfrm>
            <a:off x="502920" y="630936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