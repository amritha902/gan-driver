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3" r:id="rId66"/>
    <p:sldId id="282" r:id="rId33"/>
    <p:sldId id="317" r:id="rId60"/>
    <p:sldId id="261" r:id="rId7"/>
    <p:sldId id="274" r:id="rId25"/>
    <p:sldId id="280" r:id="rId31"/>
    <p:sldId id="278" r:id="rId29"/>
    <p:sldId id="308" r:id="rId51"/>
    <p:sldId id="297" r:id="rId40"/>
    <p:sldId id="315" r:id="rId58"/>
    <p:sldId id="307" r:id="rId50"/>
    <p:sldId id="309" r:id="rId52"/>
    <p:sldId id="310" r:id="rId53"/>
    <p:sldId id="273" r:id="rId24"/>
    <p:sldId id="325" r:id="rId68"/>
    <p:sldId id="326" r:id="rId69"/>
    <p:sldId id="328" r:id="rId71"/>
    <p:sldId id="329" r:id="rId72"/>
    <p:sldId id="330" r:id="rId73"/>
    <p:sldId id="332" r:id="rId75"/>
    <p:sldId id="324" r:id="rId67"/>
    <p:sldId id="331" r:id="rId74"/>
    <p:sldId id="321" r:id="rId64"/>
    <p:sldId id="320" r:id="rId63"/>
    <p:sldId id="322" r:id="rId65"/>
    <p:sldId id="318" r:id="rId61"/>
    <p:sldId id="336" r:id="rId79"/>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5</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48.6 V at 4.88 A, 97.7 %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10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118.0 V on a 100 V bus: 18.0 % overshoot, on the shipped word at a step that resolves the edge. Most of it is the −2 V rail (+11.3 points) — the margin is not free. scripts/overshoot_audit.py.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-11.8×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drawn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sim/buck.cir as a schematic. Values read from the netlist at build time.</a:t>
            </a:r>
          </a:p>
        </p:txBody>
      </p:sp>
      <p:pic>
        <p:nvPicPr>
          <p:cNvPr id="6" name="Picture 5" descr="fig_sch_converter.png"/>
          <p:cNvPicPr>
            <a:picLocks noChangeAspect="1"/>
          </p:cNvPicPr>
          <p:nvPr/>
        </p:nvPicPr>
        <p:blipFill>
          <a:blip r:embed="rId4"/>
          <a:stretch>
            <a:fillRect/>
          </a:stretch>
        </p:blipFill>
        <p:spPr>
          <a:xfrm>
            <a:off x="582684" y="1463040"/>
            <a:ext cx="1102632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Supply, power-loop R and L, the damped bus decoupling branch, the GaN half-bridge, output filter and load. Qhs and Qls are enhancement-mode GaN HEMTs with NO BODY DIODE — reverse conduction during dead time costs Vth + |Voff| + I·Rds(on), not one diode drop, and that is what sets the dead-time trade.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