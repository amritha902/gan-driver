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7" r:id="rId18"/>
    <p:sldId id="282" r:id="rId33"/>
    <p:sldId id="261" r:id="rId7"/>
    <p:sldId id="280" r:id="rId31"/>
    <p:sldId id="278" r:id="rId29"/>
    <p:sldId id="296" r:id="rId19"/>
    <p:sldId id="312" r:id="rId55"/>
    <p:sldId id="305" r:id="rId48"/>
    <p:sldId id="306" r:id="rId49"/>
    <p:sldId id="307" r:id="rId50"/>
    <p:sldId id="308" r:id="rId51"/>
    <p:sldId id="309" r:id="rId52"/>
    <p:sldId id="311" r:id="rId54"/>
    <p:sldId id="262" r:id="rId8"/>
    <p:sldId id="272" r:id="rId23"/>
    <p:sldId id="265" r:id="rId11"/>
    <p:sldId id="313" r:id="rId5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DC–DC Power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4</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1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driver, power stage. Only the dashed block requires sensing.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100 V supply with power-loop parasitics, two GaN HEMTs, a segmented gate driver on each gate, output filter,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14</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2.58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The base paper [9] (doi.org/10.1002/cta.3136) shows that a gate waveform can be chosen by a digital code. It, and every paper after it, then reports one number — how much better than a plain driver. That number adds together two separate effects, and only the second needs a sensor, an ADC and a lookup table. Separating them means running every setting at every operating point,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Full sensing, ADC and lookup table justify 3.7 % of the total gain over a fixed word plus one comparator.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named cases</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DC–DC Power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