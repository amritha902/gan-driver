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282" r:id="rId33"/>
    <p:sldId id="316" r:id="rId59"/>
    <p:sldId id="261" r:id="rId7"/>
    <p:sldId id="274" r:id="rId25"/>
    <p:sldId id="280" r:id="rId31"/>
    <p:sldId id="278" r:id="rId29"/>
    <p:sldId id="297" r:id="rId40"/>
    <p:sldId id="314" r:id="rId57"/>
    <p:sldId id="307" r:id="rId50"/>
    <p:sldId id="308" r:id="rId51"/>
    <p:sldId id="309" r:id="rId52"/>
    <p:sldId id="320" r:id="rId63"/>
    <p:sldId id="319" r:id="rId62"/>
    <p:sldId id="321" r:id="rId64"/>
    <p:sldId id="317" r:id="rId60"/>
    <p:sldId id="262" r:id="rId8"/>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7.2 % of the gain over a fixed word and ONE comparator.' Build it in three steps. (1) Choosing the fixed word well is worth 25.1 %. (2) Adapting per corner adds only 3.9 % — a seventh of the total. (3) And 46 % of even THAT is capturable with a single comparator on bus voltage, not a lookup table; two comparators reach 72 %, which is the 3.7 %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4.875 A, 97.62 %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 on our device model. How much that depends on the model is itself a result, and it is on its own slide.</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4</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97.6 %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b="1" dirty="0">
                <a:solidFill>
                  <a:srgbClr val="000000"/>
                </a:solidFill>
                <a:latin typeface="Calibri" pitchFamily="34" charset="0"/>
                <a:ea typeface="Calibri" pitchFamily="34" charset="-122"/>
                <a:cs typeface="Calibri" pitchFamily="34" charset="-120"/>
              </a:rPr>
              <a:t> DIAGRAM — DRAWN,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12 blocks, weighted by how much of the project each is. 10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313006">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100 V → 48.6 V at 4.88 A, 97.6 % efficient (buck.cir)</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zhangdrv.lib in our own deck; quoted at ITS best, +0.407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34,622 transients; fixed 25.1 % vs adaptive 3.9 %</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type-III loop: 0.05 % error through a 2x load and a 20 % line step</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31300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31300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We are past it because this is a simulation study and the simulation half is finished — the remaining 10 % is place-and-route on a chosen board and a hardware half-bridge on a bench, and no amount of further simulating will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Stated plainly: the architecture is finished. The measurement of it on real silicon is not.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5.2 %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13.4 % of the total gain — 3.9 points of 29.0; the other 86.6 %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7.2 % of the total gain over a fixed word plus ONE comparator (bus voltage at 75 V, which takes 46 % of the adaptive gap), or 3.7 % over a fixed word plus TWO. One threshold cannot do better: the corner worth isolating shares its bus, its load and its temperature with others. Split is weight-independent: across 106 overshoot weights (A) stays 23.4–29.0 % and (B) 1.3–6.4 %.</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97.6 %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bus voltage at 75 V — gets 46 % of that 3.9 %; two comparators get 72 %.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34,622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4 operating points = 2,880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four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4.875 A out: 242.63 W drawn, 236.85 W delivered, 97.62 % efficient.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 cheapest is 15 ns at full load, 5 ns at light load.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four corners. Ceiling on scheduling 5.2 %; per-corner penalty 1.1 / 2.3 / 12.7 / 3.8 %.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scripts/novelty.py. Choosing a fixed word (A) 25.1 %; adapting per operating point (B) 3.9 %; B is 13.4 % of the gain. Across 106 overshoot weights (A) stays 23.4–29.0 %, (B) 1.3–6.4 %.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SO THE TEST OF PURPOSE IS NOT “does the converter run”.  </a:t>
            </a:r>
            <a:r>
              <a:rPr lang="en-US" sz="1250" dirty="0">
                <a:solidFill>
                  <a:srgbClr val="000000"/>
                </a:solidFill>
                <a:latin typeface="Calibri" pitchFamily="34" charset="0"/>
                <a:ea typeface="Calibri" pitchFamily="34" charset="-122"/>
                <a:cs typeface="Calibri" pitchFamily="34" charset="-120"/>
              </a:rPr>
              <a:t xml:space="preserve">It runs — 100 V in, 48.6 V out at 4.88 A, 97.6 % efficient, OPEN LOOP at a fixed duty, which is the deck the switching study is measured on; the regulated version holds 50.0 V at 95.9 %. Any textbook buck converter runs. The test is whether the architecture we put around it answers the questions the published work on these drivers leaves open, because that is the only part of this that is ours.</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4 operating points, every combination run.</a:t>
                      </a:r>
                    </a:p>
                  </a:txBody>
                  <a:tcPr marL="50292" marR="50292" marT="27432" marB="27432"/>
                </a:tc>
                <a:tc>
                  <a:txBody>
                    <a:bodyPr wrap="square"/>
                    <a:lstStyle/>
                    <a:p>
                      <a:r>
                        <a:rPr sz="800" b="0">
                          <a:latin typeface="Calibri"/>
                        </a:rPr>
                        <a:t>Fixed 25.1 %, adaptive 3.9 % — adaptive is 13.4 % of the gain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takes 46 % of it. 7.2 %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AND a clamp AND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Worse than the fixed word on 3 of 4 held-out corners. n = 4, so weak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0.05 % error through a 2× load step and a 20 % line step; open loop walks to 58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 and the clamp ALONE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 which is a result, not a failure — and one that needs a bench. The honest summary is that the architecture is finished and the measurement of it on real silicon is not.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1064240"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 and neither half of the verification could have seen it alone.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58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 the SAME power stage and the SAME segmented drivers, now regulated by a type-III loop and then disturbed on purpose. Closed loop 50.01 / 50.00 / 50.01 V through a 2× load step and a 100 → 120 V line step; worst error 0.02 % against open loop's 16.6 %. Load step recovers in 4 µs, line step in 21 µs. Ripple 0.25 %, efficiency 95.9 %, start-up overshoot 3.8 %.</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AND WHAT THIS IS NOT: models/zhangdrv.lib is our implementation of their DESCRIBED scheme — their netlist is not published — run in our testbench with our parasitics. It is not 5.5–12.4× their measured result, and we do not claim it is.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ALONE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50.01 V</a:t>
                      </a:r>
                    </a:p>
                  </a:txBody>
                  <a:tcPr marL="50292" marR="50292" marT="27432" marB="27432"/>
                </a:tc>
                <a:tc>
                  <a:txBody>
                    <a:bodyPr wrap="square"/>
                    <a:lstStyle/>
                    <a:p>
                      <a:r>
                        <a:rPr sz="1100" b="1">
                          <a:solidFill>
                            <a:srgbClr val="1B7F3B"/>
                          </a:solidFill>
                          <a:latin typeface="Calibri"/>
                        </a:rPr>
                        <a:t>0.02 %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49.58 V</a:t>
                      </a:r>
                    </a:p>
                  </a:txBody>
                  <a:tcPr marL="50292" marR="50292" marT="27432" marB="27432"/>
                </a:tc>
                <a:tc>
                  <a:txBody>
                    <a:bodyPr wrap="square"/>
                    <a:lstStyle/>
                    <a:p>
                      <a:r>
                        <a:rPr sz="1100" b="0">
                          <a:latin typeface="Calibri"/>
                        </a:rPr>
                        <a:t>48.72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1.3 %, recovers in 21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58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the claim is NOT.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