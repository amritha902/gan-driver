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7" r:id="rId18"/>
    <p:sldId id="322" r:id="rId65"/>
    <p:sldId id="282" r:id="rId33"/>
    <p:sldId id="316" r:id="rId59"/>
    <p:sldId id="261" r:id="rId7"/>
    <p:sldId id="274" r:id="rId25"/>
    <p:sldId id="280" r:id="rId31"/>
    <p:sldId id="278" r:id="rId29"/>
    <p:sldId id="297" r:id="rId40"/>
    <p:sldId id="314" r:id="rId57"/>
    <p:sldId id="307" r:id="rId50"/>
    <p:sldId id="308" r:id="rId51"/>
    <p:sldId id="309" r:id="rId52"/>
    <p:sldId id="273" r:id="rId24"/>
    <p:sldId id="323" r:id="rId66"/>
    <p:sldId id="324" r:id="rId67"/>
    <p:sldId id="325" r:id="rId68"/>
    <p:sldId id="320" r:id="rId63"/>
    <p:sldId id="319" r:id="rId62"/>
    <p:sldId id="321" r:id="rId64"/>
    <p:sldId id="317" r:id="rId60"/>
    <p:sldId id="262" r:id="rId8"/>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4.876 A, 97.70 %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5</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236.9 W delivered, 97.7 %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14</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12 blocks, weighted by how much of the project each is. 10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313006">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100 V → 48.6 V at 4.88 A, 97.7 % efficient (buck.cir)</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5.9 W vs 17.3 W at 500 kHz; 3 sweeps, 4 duty profiles</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zhangdrv.lib in our own deck, quoted at their best, +0.407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60,533 transients over 36 corners; fixed 26.5 % vs adaptive 2.6 %</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31300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31300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We are past it because this is a simulation study and the simulation half is finished. The remaining 10 % is place-and-route on a chosen board and a hardware half-bridge on a bench, and no amount of further simulating will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Stated plainly: the architecture is finished. The measurement of it on real silicon is not.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9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97.7 %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60,533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4.876 A out: 242.47 W drawn, 236.89 W delivered, 97.70 % efficient. Peak switch node 118.0 V on a 100 V bus: 18.0 % overshoot, on the shipped word at a step that resolves the edge. Most of it is the −2 V rail (+11.3 points) — the margin is not free. scripts/overshoot_audit.py.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5.9 W against silicon's 17.3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97.7 %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1064240"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0.01 % against open loop's 20.0 %. Load step recovers in 4 µs, line step in 22 µs. Ripple 0.25 %, efficiency 96.1 %, start-up overshoot 3.8 %.</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-11.8×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13 % more gate power and we overshoot 24 points harder, because we switch faster. That buys 1.2 ns of latency, 0.28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