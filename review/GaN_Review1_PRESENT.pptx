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74" r:id="rId25"/>
    <p:sldId id="280" r:id="rId31"/>
    <p:sldId id="278" r:id="rId29"/>
    <p:sldId id="297" r:id="rId40"/>
    <p:sldId id="314" r:id="rId57"/>
    <p:sldId id="307" r:id="rId50"/>
    <p:sldId id="308" r:id="rId51"/>
    <p:sldId id="309" r:id="rId52"/>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