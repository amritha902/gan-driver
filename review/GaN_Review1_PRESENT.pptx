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60" r:id="rId6"/>
    <p:sldId id="282" r:id="rId33"/>
    <p:sldId id="261" r:id="rId7"/>
    <p:sldId id="274" r:id="rId25"/>
    <p:sldId id="280" r:id="rId31"/>
    <p:sldId id="278" r:id="rId29"/>
    <p:sldId id="296" r:id="rId19"/>
    <p:sldId id="312" r:id="rId55"/>
    <p:sldId id="305" r:id="rId48"/>
    <p:sldId id="306" r:id="rId49"/>
    <p:sldId id="294" r:id="rId28"/>
    <p:sldId id="307" r:id="rId50"/>
    <p:sldId id="308" r:id="rId51"/>
    <p:sldId id="309" r:id="rId52"/>
    <p:sldId id="311" r:id="rId54"/>
    <p:sldId id="262" r:id="rId8"/>
    <p:sldId id="272" r:id="rId23"/>
    <p:sldId id="265" r:id="rId1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0">
                          <a:solidFill>
                            <a:srgbClr val="000000"/>
                          </a:solidFill>
                          <a:latin typeface="Calibri"/>
                        </a:rPr>
                        <a:t>9</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Prior art for the mechanism, on SiC rather than GaN: switching behaviour chosen by a digital code. We ask the question it does not — of the gain a code buys, how much needs per-operating-point adaptation.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