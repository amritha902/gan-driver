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82" r:id="rId33"/>
    <p:sldId id="316" r:id="rId59"/>
    <p:sldId id="261" r:id="rId7"/>
    <p:sldId id="274" r:id="rId25"/>
    <p:sldId id="280" r:id="rId31"/>
    <p:sldId id="278" r:id="rId29"/>
    <p:sldId id="297" r:id="rId40"/>
    <p:sldId id="314" r:id="rId57"/>
    <p:sldId id="307" r:id="rId50"/>
    <p:sldId id="308" r:id="rId51"/>
    <p:sldId id="309" r:id="rId52"/>
    <p:sldId id="273" r:id="rId24"/>
    <p:sldId id="320" r:id="rId63"/>
    <p:sldId id="319" r:id="rId62"/>
    <p:sldId id="321" r:id="rId64"/>
    <p:sldId id="317" r:id="rId60"/>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4</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12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97.7 %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their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60,533 transients over 36 corners; fixed 26.5 % vs adaptive 2.6 %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9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115.4 V on a 100 V bus, 15.4 % overshoot, with bus decoupling. Without it: 168 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is not whether the converter runs.  </a:t>
            </a:r>
            <a:r>
              <a:rPr lang="en-US" sz="1250" dirty="0">
                <a:solidFill>
                  <a:srgbClr val="000000"/>
                </a:solidFill>
                <a:latin typeface="Calibri" pitchFamily="34" charset="0"/>
                <a:ea typeface="Calibri" pitchFamily="34" charset="-122"/>
                <a:cs typeface="Calibri" pitchFamily="34" charset="-120"/>
              </a:rPr>
              <a:t xml:space="preserve">It runs: 100 V in, 48.6 V out at 4.88 A, 97.7 % efficient, open loop at a fixed duty, which is the deck the switching study is measured on; the regulated version holds 50.0 V at 96.1 %.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