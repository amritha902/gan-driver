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28" r:id="rId71"/>
    <p:sldId id="329" r:id="rId72"/>
    <p:sldId id="330" r:id="rId73"/>
    <p:sldId id="332" r:id="rId75"/>
    <p:sldId id="324" r:id="rId67"/>
    <p:sldId id="331" r:id="rId74"/>
    <p:sldId id="321" r:id="rId64"/>
    <p:sldId id="320" r:id="rId63"/>
    <p:sldId id="322" r:id="rId65"/>
    <p:sldId id="318" r:id="rId61"/>
    <p:sldId id="336" r:id="rId79"/>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