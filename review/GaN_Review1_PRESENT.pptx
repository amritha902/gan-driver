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 on our device model. How much that depends on the model is itself a result, and it is on its own slide.</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DIAGRAM — DRAWN,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97.7 % efficient, OPEN LOOP at a fixed duty, which is the deck the switching study is measured on; the regulated version holds 50.0 V at 96.1 %.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50.01 V through a 2× load step and a 100 → 120 V line step; worst error 0.01 % against open loop's 20.0 %. Load step recovers in 4 µs, line step in 21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AND WHAT THIS IS NOT: models/zhangdrv.lib is our implementation of their DESCRIBED scheme — their netlist is not published —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