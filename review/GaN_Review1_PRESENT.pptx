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282" r:id="rId33"/>
    <p:sldId id="316" r:id="rId59"/>
    <p:sldId id="261" r:id="rId7"/>
    <p:sldId id="274" r:id="rId25"/>
    <p:sldId id="280" r:id="rId31"/>
    <p:sldId id="278" r:id="rId29"/>
    <p:sldId id="297" r:id="rId40"/>
    <p:sldId id="314" r:id="rId57"/>
    <p:sldId id="307" r:id="rId50"/>
    <p:sldId id="308" r:id="rId51"/>
    <p:sldId id="309" r:id="rId52"/>
    <p:sldId id="273" r:id="rId24"/>
    <p:sldId id="320" r:id="rId63"/>
    <p:sldId id="319" r:id="rId62"/>
    <p:sldId id="321" r:id="rId64"/>
    <p:sldId id="317" r:id="rId60"/>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4</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12 blocks, weighted by how much of the project each is. 10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97.7 %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their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60,533 transients over 36 corners; fixed 26.5 % vs adaptive 2.6 %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The remaining 10 % is place-and-route on a chosen board and a hardware half-bridge on a bench, and no amount of further simulating will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9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60,533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115.4 V on a 100 V bus, 15.4 % overshoot, with bus decoupling. Without it: 168 V.</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