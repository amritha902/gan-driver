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0" r:id="rId83"/>
    <p:sldId id="315" r:id="rId58"/>
    <p:sldId id="316" r:id="rId59"/>
    <p:sldId id="317" r:id="rId60"/>
    <p:sldId id="318" r:id="rId61"/>
    <p:sldId id="319" r:id="rId62"/>
    <p:sldId id="331" r:id="rId74"/>
    <p:sldId id="309" r:id="rId52"/>
    <p:sldId id="333" r:id="rId76"/>
    <p:sldId id="332" r:id="rId75"/>
    <p:sldId id="325" r:id="rId68"/>
    <p:sldId id="262" r:id="rId8"/>
    <p:sldId id="265" r:id="rId11"/>
    <p:sldId id="320" r:id="rId6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7.xml"/><Relationship Id="rId11" Type="http://schemas.openxmlformats.org/officeDocument/2006/relationships/slide" Target="slides/slide1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3.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9.xml"/><Relationship Id="rId68" Type="http://schemas.openxmlformats.org/officeDocument/2006/relationships/slide" Target="slides/slide16.xml"/><Relationship Id="rId74" Type="http://schemas.openxmlformats.org/officeDocument/2006/relationships/slide" Target="slides/slide12.xml"/><Relationship Id="rId75" Type="http://schemas.openxmlformats.org/officeDocument/2006/relationships/slide" Target="slides/slide15.xml"/><Relationship Id="rId76" Type="http://schemas.openxmlformats.org/officeDocument/2006/relationships/slide" Target="slides/slide14.xml"/><Relationship Id="rId8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3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7.png"/><Relationship Id="rId7" Type="http://schemas.openxmlformats.org/officeDocument/2006/relationships/image" Target="../media/image4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add that they do not have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3926811" y="1353312"/>
            <a:ext cx="433807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Top row is theirs: one analogue bias resistor set at design time, no clamp, off rail at 0 V — and the crosstalk path with nothing holding the OFF gate down. Bottom row is ours: the same output stage, plus a digital controller re-writable at run time, an always-on active Miller clamp, and an off-bias mux that selects −2 V. Block counts and values are parsed from models/zhangdrv.lib and models/segdrv.lib, so if either library changes this figure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the novelty is, on the circuit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a:t>
            </a:r>
          </a:p>
        </p:txBody>
      </p:sp>
      <p:pic>
        <p:nvPicPr>
          <p:cNvPr id="6" name="Picture 5" descr="fig_novelty_circuit.png"/>
          <p:cNvPicPr>
            <a:picLocks noChangeAspect="1"/>
          </p:cNvPicPr>
          <p:nvPr/>
        </p:nvPicPr>
        <p:blipFill>
          <a:blip r:embed="rId4"/>
          <a:stretch>
            <a:fillRect/>
          </a:stretch>
        </p:blipFill>
        <p:spPr>
          <a:xfrm>
            <a:off x="3085947" y="1371600"/>
            <a:ext cx="6019800"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sim/buck.cir, with the two gates of the half-bridge ringed — HSG and LSG are what a gate driver drives, and everything below is what sits behind them. Bottom left, theirs: seven slices a bank in two stages, and a rail their own sheet labels “tied to ref — NO negative rail”. Bottom right, ours: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every number on these slides was made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Here is exactly what is held and exactly what moves.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rPr>
              <a:t xml:space="preserve">sim/dpt.cir,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models/zhangdrv.lib ↔ 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rPr>
              <a:t xml:space="preserve">models/egan.lib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scripts/headtohead.py searches both of its controls at every corner and it is run at the setting that search finds best FOR IT, read out of results/headtohead.txt. Ours runs one fixed control word at every corner. Any remaining difference is the driver. results/RESULTS-SUMMARY.txt names the script behind each number, and review/check_consistency.py fails the build if a slide and the data disagree.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models/zhangdrv.lib on sim/dpt.cir.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Their circuit in KiCad, ngspice running it, and the waveform it produced. The OFF device's gate peaks at +0.993 V against a 1.400 V threshold — 0.407 V of margin. Run at nseg=2, tstep=4n, the setting scripts/headtohead.py found BEST for their driver at this corner, read from results/headtohead.txt rather than chosen by us: their own paper sets one bias resistor once at design time and gets no per-corner choice at all. 35 s.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models/segdrv.lib on the same sim/dpt.cir.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 same four beats over our driver. The gate peaks at −1.176 V — 2.576 V of margin, 6.3× theirs. One fixed control word, the same one used at every corner in the study, not re-tuned for this run. The plot axes are identical to the previous slide's and fixed in the script, so the two can be compared by eye. 35 s.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Four parts, 99 s, click to play. The circuit as its KiCad sheet, the tools named and versioned, the output with what to look at pointed at,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