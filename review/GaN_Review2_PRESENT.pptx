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33" r:id="rId76"/>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8.xml"/><Relationship Id="rId11" Type="http://schemas.openxmlformats.org/officeDocument/2006/relationships/slide" Target="slides/slide19.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20.xml"/><Relationship Id="rId69" Type="http://schemas.openxmlformats.org/officeDocument/2006/relationships/slide" Target="slides/slide17.xml"/><Relationship Id="rId75" Type="http://schemas.openxmlformats.org/officeDocument/2006/relationships/slide" Target="slides/slide13.xml"/><Relationship Id="rId76" Type="http://schemas.openxmlformats.org/officeDocument/2006/relationships/slide" Target="slides/slide16.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8.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9.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0.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1.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hyperlink" Target="https://github.com/Amritha902/gan-driver/blob/main/sim/dpt.cir" TargetMode="External"/><Relationship Id="rId6"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results/panel_metrics.csv" TargetMode="External"/><Relationship Id="rId6" Type="http://schemas.openxmlformats.org/officeDocument/2006/relationships/hyperlink" Target="https://github.com/Amritha902/gan-driver/blob/main/scripts/latency_power_figure.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5"/>
              </a:rPr>
              <a:t xml:space="preserve">sim/dpt.cir</a:t>
            </a:r>
            <a:r>
              <a:rPr lang="en-US" sz="1150" dirty="0">
                <a:solidFill>
                  <a:srgbClr val="000000"/>
                </a:solidFill>
                <a:latin typeface="Calibri" pitchFamily="34" charset="0"/>
                <a:ea typeface="Calibri" pitchFamily="34" charset="-122"/>
                <a:cs typeface="Calibri" pitchFamily="34" charset="-120"/>
              </a:rPr>
              <a:t xml:space="preserve">.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6"/>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Same file the tables read, </a:t>
            </a:r>
            <a:r>
              <a:rPr lang="en-US" sz="1150" dirty="0">
                <a:solidFill>
                  <a:srgbClr val="000000"/>
                </a:solidFill>
                <a:latin typeface="Calibri" pitchFamily="34" charset="0"/>
                <a:ea typeface="Calibri" pitchFamily="34" charset="-122"/>
                <a:cs typeface="Calibri" pitchFamily="34" charset="-120"/>
                <a:hlinkClick r:id="rId5"/>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scripts/latency_power_figure.py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