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3" r:id="rId66"/>
    <p:sldId id="282" r:id="rId33"/>
    <p:sldId id="317" r:id="rId60"/>
    <p:sldId id="261" r:id="rId7"/>
    <p:sldId id="274" r:id="rId25"/>
    <p:sldId id="280" r:id="rId31"/>
    <p:sldId id="278" r:id="rId29"/>
    <p:sldId id="308" r:id="rId51"/>
    <p:sldId id="297" r:id="rId40"/>
    <p:sldId id="315" r:id="rId58"/>
    <p:sldId id="307" r:id="rId50"/>
    <p:sldId id="309" r:id="rId52"/>
    <p:sldId id="310" r:id="rId53"/>
    <p:sldId id="273" r:id="rId24"/>
    <p:sldId id="325" r:id="rId68"/>
    <p:sldId id="326" r:id="rId69"/>
    <p:sldId id="327" r:id="rId70"/>
    <p:sldId id="328" r:id="rId71"/>
    <p:sldId id="329" r:id="rId72"/>
    <p:sldId id="331" r:id="rId74"/>
    <p:sldId id="324" r:id="rId67"/>
    <p:sldId id="330" r:id="rId73"/>
    <p:sldId id="321" r:id="rId64"/>
    <p:sldId id="320" r:id="rId63"/>
    <p:sldId id="322" r:id="rId65"/>
    <p:sldId id="318" r:id="rId61"/>
    <p:sldId id="335" r:id="rId78"/>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Review-II — 30.09.2026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97.49 %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10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48.50 V DC out at 4.869 A — 236.26 W, 97.49 %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Review-III — place-and-route on a chosen board, then a hardware half-bridge measured on a bench. That is the whole of the remaining risk: nothing here has been built.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Also at 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full.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709928" y="1078992"/>
            <a:ext cx="8778240" cy="4937760"/>
          </a:xfrm>
          <a:prstGeom prst="rect">
            <a:avLst/>
          </a:prstGeom>
        </p:spPr>
      </p:pic>
      <p:sp>
        <p:nvSpPr>
          <p:cNvPr id="6" name="TextBox 5"/>
          <p:cNvSpPr txBox="1"/>
          <p:nvPr/>
        </p:nvSpPr>
        <p:spPr>
          <a:xfrm>
            <a:off x="502920" y="6126480"/>
            <a:ext cx="10838382"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models/segdrv.lib as it is on disk, ngspice run twice on sim/dpt.cir, the waveforms those two runs produced, and the measurement: +1.65 V without the clamp against a 1.4 V threshold, −1.18 V with it. 27 s. Click to play. Rebuilt by scripts/demo_video.py,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