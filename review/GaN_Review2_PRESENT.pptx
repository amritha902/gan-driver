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328" r:id="rId71"/>
    <p:sldId id="282" r:id="rId33"/>
    <p:sldId id="317" r:id="rId60"/>
    <p:sldId id="261" r:id="rId7"/>
    <p:sldId id="274" r:id="rId25"/>
    <p:sldId id="280" r:id="rId31"/>
    <p:sldId id="278" r:id="rId29"/>
    <p:sldId id="308" r:id="rId51"/>
    <p:sldId id="297" r:id="rId40"/>
    <p:sldId id="315" r:id="rId58"/>
    <p:sldId id="327" r:id="rId70"/>
    <p:sldId id="307" r:id="rId50"/>
    <p:sldId id="309" r:id="rId52"/>
    <p:sldId id="310" r:id="rId53"/>
    <p:sldId id="273" r:id="rId24"/>
    <p:sldId id="325" r:id="rId68"/>
    <p:sldId id="326" r:id="rId69"/>
    <p:sldId id="336" r:id="rId79"/>
    <p:sldId id="337" r:id="rId80"/>
    <p:sldId id="338" r:id="rId81"/>
    <p:sldId id="340" r:id="rId83"/>
    <p:sldId id="324" r:id="rId67"/>
    <p:sldId id="329" r:id="rId72"/>
    <p:sldId id="339" r:id="rId82"/>
    <p:sldId id="321" r:id="rId64"/>
    <p:sldId id="320" r:id="rId63"/>
    <p:sldId id="322" r:id="rId65"/>
    <p:sldId id="318" r:id="rId61"/>
    <p:sldId id="344" r:id="rId87"/>
    <p:sldId id="262" r:id="rId8"/>
    <p:sldId id="265" r:id="rId1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8.xml"/><Relationship Id="rId8" Type="http://schemas.openxmlformats.org/officeDocument/2006/relationships/slide" Target="slides/slide34.xml"/><Relationship Id="rId11" Type="http://schemas.openxmlformats.org/officeDocument/2006/relationships/slide" Target="slides/slide35.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 Id="rId24" Type="http://schemas.openxmlformats.org/officeDocument/2006/relationships/slide" Target="slides/slide19.xml"/><Relationship Id="rId25" Type="http://schemas.openxmlformats.org/officeDocument/2006/relationships/slide" Target="slides/slide9.xml"/><Relationship Id="rId29" Type="http://schemas.openxmlformats.org/officeDocument/2006/relationships/slide" Target="slides/slide11.xml"/><Relationship Id="rId31" Type="http://schemas.openxmlformats.org/officeDocument/2006/relationships/slide" Target="slides/slide10.xml"/><Relationship Id="rId33" Type="http://schemas.openxmlformats.org/officeDocument/2006/relationships/slide" Target="slides/slide6.xml"/><Relationship Id="rId40" Type="http://schemas.openxmlformats.org/officeDocument/2006/relationships/slide" Target="slides/slide13.xml"/><Relationship Id="rId50" Type="http://schemas.openxmlformats.org/officeDocument/2006/relationships/slide" Target="slides/slide16.xml"/><Relationship Id="rId51" Type="http://schemas.openxmlformats.org/officeDocument/2006/relationships/slide" Target="slides/slide12.xml"/><Relationship Id="rId52" Type="http://schemas.openxmlformats.org/officeDocument/2006/relationships/slide" Target="slides/slide17.xml"/><Relationship Id="rId53" Type="http://schemas.openxmlformats.org/officeDocument/2006/relationships/slide" Target="slides/slide18.xml"/><Relationship Id="rId58" Type="http://schemas.openxmlformats.org/officeDocument/2006/relationships/slide" Target="slides/slide14.xml"/><Relationship Id="rId59" Type="http://schemas.openxmlformats.org/officeDocument/2006/relationships/slide" Target="slides/slide36.xml"/><Relationship Id="rId60" Type="http://schemas.openxmlformats.org/officeDocument/2006/relationships/slide" Target="slides/slide7.xml"/><Relationship Id="rId61" Type="http://schemas.openxmlformats.org/officeDocument/2006/relationships/slide" Target="slides/slide32.xml"/><Relationship Id="rId63" Type="http://schemas.openxmlformats.org/officeDocument/2006/relationships/slide" Target="slides/slide30.xml"/><Relationship Id="rId64" Type="http://schemas.openxmlformats.org/officeDocument/2006/relationships/slide" Target="slides/slide29.xml"/><Relationship Id="rId65" Type="http://schemas.openxmlformats.org/officeDocument/2006/relationships/slide" Target="slides/slide31.xml"/><Relationship Id="rId66" Type="http://schemas.openxmlformats.org/officeDocument/2006/relationships/slide" Target="slides/slide4.xml"/><Relationship Id="rId67" Type="http://schemas.openxmlformats.org/officeDocument/2006/relationships/slide" Target="slides/slide26.xml"/><Relationship Id="rId68" Type="http://schemas.openxmlformats.org/officeDocument/2006/relationships/slide" Target="slides/slide20.xml"/><Relationship Id="rId69" Type="http://schemas.openxmlformats.org/officeDocument/2006/relationships/slide" Target="slides/slide21.xml"/><Relationship Id="rId70" Type="http://schemas.openxmlformats.org/officeDocument/2006/relationships/slide" Target="slides/slide15.xml"/><Relationship Id="rId71" Type="http://schemas.openxmlformats.org/officeDocument/2006/relationships/slide" Target="slides/slide5.xml"/><Relationship Id="rId72" Type="http://schemas.openxmlformats.org/officeDocument/2006/relationships/slide" Target="slides/slide27.xml"/><Relationship Id="rId79" Type="http://schemas.openxmlformats.org/officeDocument/2006/relationships/slide" Target="slides/slide22.xml"/><Relationship Id="rId80" Type="http://schemas.openxmlformats.org/officeDocument/2006/relationships/slide" Target="slides/slide23.xml"/><Relationship Id="rId81" Type="http://schemas.openxmlformats.org/officeDocument/2006/relationships/slide" Target="slides/slide24.xml"/><Relationship Id="rId82" Type="http://schemas.openxmlformats.org/officeDocument/2006/relationships/slide" Target="slides/slide28.xml"/><Relationship Id="rId83" Type="http://schemas.openxmlformats.org/officeDocument/2006/relationships/slide" Target="slides/slide25.xml"/><Relationship Id="rId87"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4.png"/><Relationship Id="rId7" Type="http://schemas.openxmlformats.org/officeDocument/2006/relationships/image" Target="../media/image4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 — the two you asked for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 which is the honest shape of the result. Same file the tables read, results/panel_metrics.csv. scripts/latency_power_figure.py.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6</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3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Four parts, 84 s, click to play. The circuit as its KiCad sheet, the tools named and versioned, the output with what to look at pointed at,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scripts/demo_review2.py,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recording, if the room will not cooperate</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what it draws when it does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scripts/waveform_anatomy.py.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12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58.3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0.02 % against open loop's 16.65 %. Load step recovers in 4 µs, line step in 22 µs. Ripple 0.25 %, efficiency 96.1 %, start-up overshoot 3.8 %.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0.02 % error through a 2× load step and a 20 % line step; open loop walks to 58.3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