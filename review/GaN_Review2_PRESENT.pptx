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1" r:id="rId84"/>
    <p:sldId id="315" r:id="rId58"/>
    <p:sldId id="316" r:id="rId59"/>
    <p:sldId id="317" r:id="rId60"/>
    <p:sldId id="318" r:id="rId61"/>
    <p:sldId id="319" r:id="rId62"/>
    <p:sldId id="320" r:id="rId63"/>
    <p:sldId id="332" r:id="rId75"/>
    <p:sldId id="309" r:id="rId52"/>
    <p:sldId id="334" r:id="rId77"/>
    <p:sldId id="326" r:id="rId69"/>
    <p:sldId id="262" r:id="rId8"/>
    <p:sldId id="265" r:id="rId11"/>
    <p:sldId id="321" r:id="rId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4.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9.xml"/><Relationship Id="rId69" Type="http://schemas.openxmlformats.org/officeDocument/2006/relationships/slide" Target="slides/slide16.xml"/><Relationship Id="rId75" Type="http://schemas.openxmlformats.org/officeDocument/2006/relationships/slide" Target="slides/slide13.xml"/><Relationship Id="rId77" Type="http://schemas.openxmlformats.org/officeDocument/2006/relationships/slide" Target="slides/slide15.xml"/><Relationship Id="rId8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Rectangle 5"/>
          <p:cNvSpPr/>
          <p:nvPr/>
        </p:nvSpPr>
        <p:spPr>
          <a:xfrm>
            <a:off x="548640" y="1325880"/>
            <a:ext cx="64008" cy="4937760"/>
          </a:xfrm>
          <a:prstGeom prst="rect">
            <a:avLst/>
          </a:prstGeom>
          <a:solidFill>
            <a:srgbClr val="1D2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6" name="Rectangle 5"/>
          <p:cNvSpPr/>
          <p:nvPr/>
        </p:nvSpPr>
        <p:spPr>
          <a:xfrm>
            <a:off x="548640" y="1325880"/>
            <a:ext cx="64008" cy="4937760"/>
          </a:xfrm>
          <a:prstGeom prst="rect">
            <a:avLst/>
          </a:prstGeom>
          <a:solidFill>
            <a:srgbClr val="1D2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differs in the circuit, theirs and ours</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