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27" r:id="rId70"/>
    <p:sldId id="307" r:id="rId50"/>
    <p:sldId id="309" r:id="rId52"/>
    <p:sldId id="310" r:id="rId53"/>
    <p:sldId id="273" r:id="rId24"/>
    <p:sldId id="325" r:id="rId68"/>
    <p:sldId id="326" r:id="rId69"/>
    <p:sldId id="335" r:id="rId78"/>
    <p:sldId id="336" r:id="rId79"/>
    <p:sldId id="337" r:id="rId80"/>
    <p:sldId id="339" r:id="rId82"/>
    <p:sldId id="324" r:id="rId67"/>
    <p:sldId id="328" r:id="rId71"/>
    <p:sldId id="338" r:id="rId81"/>
    <p:sldId id="321" r:id="rId64"/>
    <p:sldId id="320" r:id="rId63"/>
    <p:sldId id="322" r:id="rId65"/>
    <p:sldId id="318" r:id="rId61"/>
    <p:sldId id="343" r:id="rId86"/>
    <p:sldId id="262" r:id="rId8"/>
    <p:sldId id="265" r:id="rId1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11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0.02 % error through a 2× load step and a 20 % line step; open loop walks to 58.3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58.3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0.02 % against open loop's 16.65 %.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Or we can run it now</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whatever machine is in this room.</a:t>
            </a:r>
          </a:p>
        </p:txBody>
      </p:sp>
      <p:pic>
        <p:nvPicPr>
          <p:cNvPr id="6" name="Picture 5" descr="fig_live_sim.png"/>
          <p:cNvPicPr>
            <a:picLocks noChangeAspect="1"/>
          </p:cNvPicPr>
          <p:nvPr/>
        </p:nvPicPr>
        <p:blipFill>
          <a:blip r:embed="rId4"/>
          <a:stretch>
            <a:fillRect/>
          </a:stretch>
        </p:blipFill>
        <p:spPr>
          <a:xfrm>
            <a:off x="3608679" y="1481328"/>
            <a:ext cx="4974336" cy="3547872"/>
          </a:xfrm>
          <a:prstGeom prst="rect">
            <a:avLst/>
          </a:prstGeom>
        </p:spPr>
      </p:pic>
      <p:sp>
        <p:nvSpPr>
          <p:cNvPr id="7" name="TextBox 6"/>
          <p:cNvSpPr txBox="1"/>
          <p:nvPr/>
        </p:nvSpPr>
        <p:spPr>
          <a:xfrm>
            <a:off x="502920" y="517550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nothing else can be moving.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the negative rail costs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V_off swept 0 to −5 V at two loads. Margin against dead-time energy.</a:t>
            </a:r>
          </a:p>
        </p:txBody>
      </p:sp>
      <p:pic>
        <p:nvPicPr>
          <p:cNvPr id="6" name="Picture 5" descr="fig_voff_tradeoff.png"/>
          <p:cNvPicPr>
            <a:picLocks noChangeAspect="1"/>
          </p:cNvPicPr>
          <p:nvPr/>
        </p:nvPicPr>
        <p:blipFill>
          <a:blip r:embed="rId4"/>
          <a:stretch>
            <a:fillRect/>
          </a:stretch>
        </p:blipFill>
        <p:spPr>
          <a:xfrm>
            <a:off x="3874357" y="1463040"/>
            <a:ext cx="4442980"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−2 V rail was chosen from the crosstalk side alone, and this is the other side of that choice. An E-mode GaN HEMT has no body diode, so during dead time it conducts in the third quadrant at roughly V_th + |V_off| + I·R_ds(on) — every volt of off-bias is paid on every dead-time interval. Margin rises at a flat 1 V per volt throughout. The cost does not: at 10 A it is 0.004 µJ/V just above −2 V and 0.246 µJ/V just below, sixty times steeper. −2 V sits on the knee, which is a result rather than a justification. scripts/voff_sweep.py.</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hot-corner lead rest on two typed-in numbers?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Both derating slopes perturbed ±50 %, hot corner re-run for both drivers.</a:t>
            </a:r>
          </a:p>
        </p:txBody>
      </p:sp>
      <p:pic>
        <p:nvPicPr>
          <p:cNvPr id="6" name="Picture 5" descr="fig_temp_sensitivity.png"/>
          <p:cNvPicPr>
            <a:picLocks noChangeAspect="1"/>
          </p:cNvPicPr>
          <p:nvPr/>
        </p:nvPicPr>
        <p:blipFill>
          <a:blip r:embed="rId4"/>
          <a:stretch>
            <a:fillRect/>
          </a:stretch>
        </p:blipFill>
        <p:spPr>
          <a:xfrm>
            <a:off x="1412198" y="1463040"/>
            <a:ext cx="9367298"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sim/dpt.cir derates the device through KT = 1 + 0.009·(TJ−25) and V_th = 1.4 − 0.0015·(TJ−25). Neither is a datasheet fit — there is no vendor model in the repository to fit against, and that is remaining work, not a result. What can be shown is whether the lead is manufactured by their exact values, and it is not: across ±50 % on either slope the lead runs 9.1–20.3× against 12.4× as shipped. Our margin barely moves; theirs collapses either way. scripts/temp_sensitivity.py.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0.02 %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