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4" r:id="rId87"/>
    <p:sldId id="315" r:id="rId58"/>
    <p:sldId id="316" r:id="rId59"/>
    <p:sldId id="317" r:id="rId60"/>
    <p:sldId id="318" r:id="rId61"/>
    <p:sldId id="319" r:id="rId62"/>
    <p:sldId id="320" r:id="rId63"/>
    <p:sldId id="321" r:id="rId64"/>
    <p:sldId id="322" r:id="rId65"/>
    <p:sldId id="323" r:id="rId66"/>
    <p:sldId id="335" r:id="rId78"/>
    <p:sldId id="309" r:id="rId52"/>
    <p:sldId id="337" r:id="rId80"/>
    <p:sldId id="351" r:id="rId94"/>
    <p:sldId id="272" r:id="rId23"/>
    <p:sldId id="265" r:id="rId11"/>
    <p:sldId id="324" r:id="rId6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0.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7.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22.xml"/><Relationship Id="rId78" Type="http://schemas.openxmlformats.org/officeDocument/2006/relationships/slide" Target="slides/slide16.xml"/><Relationship Id="rId80" Type="http://schemas.openxmlformats.org/officeDocument/2006/relationships/slide" Target="slides/slide18.xml"/><Relationship Id="rId87" Type="http://schemas.openxmlformats.org/officeDocument/2006/relationships/slide" Target="slides/slide6.xml"/><Relationship Id="rId94"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0.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models/segdrv.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models/egan.li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1.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2.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3.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our own drawing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