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4" r:id="rId77"/>
    <p:sldId id="335" r:id="rId78"/>
    <p:sldId id="336" r:id="rId79"/>
    <p:sldId id="338" r:id="rId81"/>
    <p:sldId id="324" r:id="rId67"/>
    <p:sldId id="327" r:id="rId70"/>
    <p:sldId id="337" r:id="rId80"/>
    <p:sldId id="321" r:id="rId64"/>
    <p:sldId id="320" r:id="rId63"/>
    <p:sldId id="322" r:id="rId65"/>
    <p:sldId id="318" r:id="rId61"/>
    <p:sldId id="342" r:id="rId85"/>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