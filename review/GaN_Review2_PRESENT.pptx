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3" r:id="rId86"/>
    <p:sldId id="315" r:id="rId58"/>
    <p:sldId id="316" r:id="rId59"/>
    <p:sldId id="317" r:id="rId60"/>
    <p:sldId id="318" r:id="rId61"/>
    <p:sldId id="319" r:id="rId62"/>
    <p:sldId id="320" r:id="rId63"/>
    <p:sldId id="321" r:id="rId64"/>
    <p:sldId id="322" r:id="rId65"/>
    <p:sldId id="334" r:id="rId77"/>
    <p:sldId id="309" r:id="rId52"/>
    <p:sldId id="336" r:id="rId79"/>
    <p:sldId id="328" r:id="rId71"/>
    <p:sldId id="272" r:id="rId23"/>
    <p:sldId id="265" r:id="rId11"/>
    <p:sldId id="323" r:id="rId6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0.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19.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21.xml"/><Relationship Id="rId71" Type="http://schemas.openxmlformats.org/officeDocument/2006/relationships/slide" Target="slides/slide18.xml"/><Relationship Id="rId77" Type="http://schemas.openxmlformats.org/officeDocument/2006/relationships/slide" Target="slides/slide15.xml"/><Relationship Id="rId79" Type="http://schemas.openxmlformats.org/officeDocument/2006/relationships/slide" Target="slides/slide17.xml"/><Relationship Id="rId86"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9.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models/segdrv.li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models/egan.li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0.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1.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2.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the three blocks we add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segmented driver, as we wrote 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the whole study varies.</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Built as discrete slices on purpose - a single variable resistor would simulate the same and could not be laid 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GaN HEMT model, as we wrote 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 not downloaded.</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falls out of the physics rather than being added: GaN has no body diode, and reverse conduction costs V_th + |V_off| + I·R_ds(on). That is the coupling the project turns on - a negative off rail buys crosstalk margin and pays for it in dead time. C_GD is a junction diode biased never to conduct, so only its C(V) law is used. The temperature coefficients are hand-typed from the datasheet, not fitted; that is this model's weakest point and it has its own slide in the backup deck.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2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3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6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3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Done</a:t>
            </a:r>
          </a:p>
          <a:p>
            <a:pPr marL="177800" indent="0">
              <a:spcAft>
                <a:spcPts val="260"/>
              </a:spcAft>
              <a:buSzPct val="100000"/>
              <a:buNone/>
            </a:pPr>
            <a:r>
              <a:rPr lang="en-US" sz="1300" dirty="0">
                <a:solidFill>
                  <a:srgbClr val="000000"/>
                </a:solidFill>
                <a:latin typeface="Calibri" pitchFamily="34" charset="0"/>
                <a:ea typeface="Calibri" pitchFamily="34" charset="-122"/>
                <a:cs typeface="Calibri" pitchFamily="34" charset="-120"/>
              </a:rPr>
              <a:t xml:space="preserve">The converter is built and regulating, the fault is reproduced and fixed, the 720-word study is run over 36 corners,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Left - and it is not more simulating</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