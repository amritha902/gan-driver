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0" r:id="rId83"/>
    <p:sldId id="315" r:id="rId58"/>
    <p:sldId id="316" r:id="rId59"/>
    <p:sldId id="317" r:id="rId60"/>
    <p:sldId id="318" r:id="rId61"/>
    <p:sldId id="319" r:id="rId62"/>
    <p:sldId id="331" r:id="rId74"/>
    <p:sldId id="309" r:id="rId52"/>
    <p:sldId id="333" r:id="rId76"/>
    <p:sldId id="332" r:id="rId75"/>
    <p:sldId id="325" r:id="rId68"/>
    <p:sldId id="262" r:id="rId8"/>
    <p:sldId id="265" r:id="rId11"/>
    <p:sldId id="320" r:id="rId6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3.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9.xml"/><Relationship Id="rId68" Type="http://schemas.openxmlformats.org/officeDocument/2006/relationships/slide" Target="slides/slide16.xml"/><Relationship Id="rId74" Type="http://schemas.openxmlformats.org/officeDocument/2006/relationships/slide" Target="slides/slide12.xml"/><Relationship Id="rId75" Type="http://schemas.openxmlformats.org/officeDocument/2006/relationships/slide" Target="slides/slide15.xml"/><Relationship Id="rId76" Type="http://schemas.openxmlformats.org/officeDocument/2006/relationships/slide" Target="slides/slide14.xml"/><Relationship Id="rId8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hyperlink" Target="https://github.com/Amritha902/gan-driver/blob/main/sim/dpt.cir" TargetMode="External"/><Relationship Id="rId6" Type="http://schemas.openxmlformats.org/officeDocument/2006/relationships/hyperlink" Target="https://github.com/Amritha902/gan-driver/blob/main/scripts/waveform_anatomy.py"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 Id="rId5" Type="http://schemas.openxmlformats.org/officeDocument/2006/relationships/hyperlink" Target="https://github.com/Amritha902/gan-driver/blob/main/results/panel_metrics.csv" TargetMode="External"/><Relationship Id="rId6" Type="http://schemas.openxmlformats.org/officeDocument/2006/relationships/hyperlink" Target="https://github.com/Amritha902/gan-driver/blob/main/scripts/latency_power_figure.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scripts/headtohead.py" TargetMode="External"/><Relationship Id="rId6" Type="http://schemas.openxmlformats.org/officeDocument/2006/relationships/hyperlink" Target="https://github.com/Amritha902/gan-driver/blob/main/models/zhangdrv.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the novelty is, on the circuit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5"/>
              </a:rPr>
              <a:t xml:space="preserve">sim/dpt.cir</a:t>
            </a:r>
            <a:r>
              <a:rPr lang="en-US" sz="1150" dirty="0">
                <a:solidFill>
                  <a:srgbClr val="000000"/>
                </a:solidFill>
                <a:latin typeface="Calibri" pitchFamily="34" charset="0"/>
                <a:ea typeface="Calibri" pitchFamily="34" charset="-122"/>
                <a:cs typeface="Calibri" pitchFamily="34" charset="-120"/>
              </a:rPr>
              <a:t xml:space="preserve">.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6"/>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Same file the tables read, </a:t>
            </a:r>
            <a:r>
              <a:rPr lang="en-US" sz="1150" dirty="0">
                <a:solidFill>
                  <a:srgbClr val="000000"/>
                </a:solidFill>
                <a:latin typeface="Calibri" pitchFamily="34" charset="0"/>
                <a:ea typeface="Calibri" pitchFamily="34" charset="-122"/>
                <a:cs typeface="Calibri" pitchFamily="34" charset="-120"/>
                <a:hlinkClick r:id="rId5"/>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 </a:t>
            </a:r>
            <a:r>
              <a:rPr lang="en-US" sz="1150" dirty="0">
                <a:solidFill>
                  <a:srgbClr val="000000"/>
                </a:solidFill>
                <a:latin typeface="Calibri" pitchFamily="34" charset="0"/>
                <a:ea typeface="Calibri" pitchFamily="34" charset="-122"/>
                <a:cs typeface="Calibri" pitchFamily="34" charset="-120"/>
                <a:hlinkClick r:id="rId6"/>
              </a:rPr>
              <a:t xml:space="preserve">scripts/latency_power_figure.py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a:t>
            </a:r>
            <a:r>
              <a:rPr lang="en-US" sz="1150" dirty="0">
                <a:solidFill>
                  <a:srgbClr val="000000"/>
                </a:solidFill>
                <a:latin typeface="Calibri" pitchFamily="34" charset="0"/>
                <a:ea typeface="Calibri" pitchFamily="34" charset="-122"/>
                <a:cs typeface="Calibri" pitchFamily="34" charset="-120"/>
                <a:hlinkClick r:id="rId6"/>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stated so the total can be checked.</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Neither can be obtained by further simulation.</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stated so the total can be recomputed.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