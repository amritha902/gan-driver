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1" r:id="rId84"/>
    <p:sldId id="315" r:id="rId58"/>
    <p:sldId id="316" r:id="rId59"/>
    <p:sldId id="317" r:id="rId60"/>
    <p:sldId id="318" r:id="rId61"/>
    <p:sldId id="319" r:id="rId62"/>
    <p:sldId id="320" r:id="rId63"/>
    <p:sldId id="332" r:id="rId75"/>
    <p:sldId id="309" r:id="rId52"/>
    <p:sldId id="334" r:id="rId77"/>
    <p:sldId id="326" r:id="rId69"/>
    <p:sldId id="262" r:id="rId8"/>
    <p:sldId id="265" r:id="rId11"/>
    <p:sldId id="321" r:id="rId6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4.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9.xml"/><Relationship Id="rId69" Type="http://schemas.openxmlformats.org/officeDocument/2006/relationships/slide" Target="slides/slide16.xml"/><Relationship Id="rId75" Type="http://schemas.openxmlformats.org/officeDocument/2006/relationships/slide" Target="slides/slide13.xml"/><Relationship Id="rId77" Type="http://schemas.openxmlformats.org/officeDocument/2006/relationships/slide" Target="slides/slide15.xml"/><Relationship Id="rId8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8.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9.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0.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scripts/headtohead.py" TargetMode="External"/><Relationship Id="rId6" Type="http://schemas.openxmlformats.org/officeDocument/2006/relationships/hyperlink" Target="https://github.com/Amritha902/gan-driver/blob/main/models/zhangdrv.lib"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theirs. The last row is what those three buy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differs in the circuit, theirs and ours</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Both gate drivers, as drawn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simulation, run live</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in 2.90 ns,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the clamp's action is independent of how hot the device is. Our switch node also slews about twice as fast, so the margin is not bought with switching speed. One caveat: </a:t>
            </a:r>
            <a:r>
              <a:rPr lang="en-US" sz="1150" dirty="0">
                <a:solidFill>
                  <a:srgbClr val="000000"/>
                </a:solidFill>
                <a:latin typeface="Calibri" pitchFamily="34" charset="0"/>
                <a:ea typeface="Calibri" pitchFamily="34" charset="-122"/>
                <a:cs typeface="Calibri" pitchFamily="34" charset="-120"/>
                <a:hlinkClick r:id="rId6"/>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stated so the total can be checked.</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Neither can be obtained by further simulation.</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stated so the total can be recomputed.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