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38" r:id="rId81"/>
    <p:sldId id="315" r:id="rId58"/>
    <p:sldId id="316" r:id="rId59"/>
    <p:sldId id="317" r:id="rId60"/>
    <p:sldId id="329" r:id="rId72"/>
    <p:sldId id="309" r:id="rId52"/>
    <p:sldId id="307" r:id="rId50"/>
    <p:sldId id="331" r:id="rId74"/>
    <p:sldId id="330" r:id="rId73"/>
    <p:sldId id="323" r:id="rId66"/>
    <p:sldId id="320" r:id="rId63"/>
    <p:sldId id="262" r:id="rId8"/>
    <p:sldId id="265" r:id="rId11"/>
    <p:sldId id="318" r:id="rId6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0" Type="http://schemas.openxmlformats.org/officeDocument/2006/relationships/slide" Target="slides/slide12.xml"/><Relationship Id="rId52" Type="http://schemas.openxmlformats.org/officeDocument/2006/relationships/slide" Target="slides/slide11.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9.xml"/><Relationship Id="rId63" Type="http://schemas.openxmlformats.org/officeDocument/2006/relationships/slide" Target="slides/slide16.xml"/><Relationship Id="rId66" Type="http://schemas.openxmlformats.org/officeDocument/2006/relationships/slide" Target="slides/slide15.xml"/><Relationship Id="rId72" Type="http://schemas.openxmlformats.org/officeDocument/2006/relationships/slide" Target="slides/slide10.xml"/><Relationship Id="rId73" Type="http://schemas.openxmlformats.org/officeDocument/2006/relationships/slide" Target="slides/slide14.xml"/><Relationship Id="rId74" Type="http://schemas.openxmlformats.org/officeDocument/2006/relationships/slide" Target="slides/slide13.xml"/><Relationship Id="rId81"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3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6.png"/><Relationship Id="rId7" Type="http://schemas.openxmlformats.org/officeDocument/2006/relationships/image" Target="../media/image4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models/zhangdrv.lib on sim/dpt.cir.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Their circuit in KiCad, ngspice running it, and the waveform it produced. The OFF device's gate peaks at +0.993 V against a 1.400 V threshold — 0.407 V of margin. Run at nseg=2, tstep=4n, the setting scripts/headtohead.py found BEST for their driver at this corner, read from results/headtohead.txt rather than chosen by us: their own paper sets one bias resistor once at design time and gets no per-corner choice at all.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models/segdrv.lib on the same sim/dpt.cir.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same four beats over our driver. The gate peaks at −1.176 V — 2.576 V of margin, 6.3× theirs. One fixed control word, the same one used at every corner in the study, not re-tuned for this run. The plot axes are identical to the previous slide's and fixed in the script, so the two can be compared by eye. 35 s.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Four parts, 99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