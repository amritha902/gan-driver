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0" r:id="rId83"/>
    <p:sldId id="315" r:id="rId58"/>
    <p:sldId id="316" r:id="rId59"/>
    <p:sldId id="317" r:id="rId60"/>
    <p:sldId id="318" r:id="rId61"/>
    <p:sldId id="319" r:id="rId62"/>
    <p:sldId id="331" r:id="rId74"/>
    <p:sldId id="309" r:id="rId52"/>
    <p:sldId id="333" r:id="rId76"/>
    <p:sldId id="332" r:id="rId75"/>
    <p:sldId id="325" r:id="rId68"/>
    <p:sldId id="262" r:id="rId8"/>
    <p:sldId id="265" r:id="rId11"/>
    <p:sldId id="320" r:id="rId6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3.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9.xml"/><Relationship Id="rId68" Type="http://schemas.openxmlformats.org/officeDocument/2006/relationships/slide" Target="slides/slide16.xml"/><Relationship Id="rId74" Type="http://schemas.openxmlformats.org/officeDocument/2006/relationships/slide" Target="slides/slide12.xml"/><Relationship Id="rId75" Type="http://schemas.openxmlformats.org/officeDocument/2006/relationships/slide" Target="slides/slide15.xml"/><Relationship Id="rId76" Type="http://schemas.openxmlformats.org/officeDocument/2006/relationships/slide" Target="slides/slide14.xml"/><Relationship Id="rId8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models/zhangdrv.lib and models/segdrv.lib,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the novelty is, on the circuit</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sim/buck.cir, with the two gates of the half-bridge ringed — HSG and LSG are what a gate driver drives, and everything below is what sits behind them. Bottom left, theirs: seven slices a bank in two stages, and a rail their own sheet labels “tied to ref — NO negative rail”. Bottom right, ours: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rPr>
              <a:t xml:space="preserve">sim/dpt.cir,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models/zhangdrv.lib ↔ 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rPr>
              <a:t xml:space="preserve">models/egan.lib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scripts/headtohead.py searches both of its controls at every corner and it is run at the setting that search finds optimal for it, read out of results/headtohead.txt. Ours runs one fixed control word at every corner. Any remaining difference is the driver. results/RESULTS-SUMMARY.txt names the script behind each number, and review/check_consistency.py fails the build if a slide and the data disagree.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models/zhangdrv.lib on sim/dpt.cir.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circuit in KiCad, ngspice running it, and the waveform it produced. The OFF device's gate peaks at +0.993 V against a 1.400 V threshold — 0.407 V of margin. Run at nseg=2, tstep=4n, the setting scripts/headtohead.py found optimal for their driver at this corner, read from results/headtohead.txt: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models/segdrv.lib on the same sim/dpt.cir.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Same file the tables read, results/panel_metrics.csv. scripts/latency_power_figure.py.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