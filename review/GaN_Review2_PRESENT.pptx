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models/zhangdrv.lib and models/segdrv.lib,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Two things ours has that theirs does not, ringed on the schematics both were generated into.</a:t>
            </a:r>
          </a:p>
        </p:txBody>
      </p:sp>
      <p:pic>
        <p:nvPicPr>
          <p:cNvPr id="6" name="Picture 5" descr="fig_novelty_circuit.png"/>
          <p:cNvPicPr>
            <a:picLocks noChangeAspect="1"/>
          </p:cNvPicPr>
          <p:nvPr/>
        </p:nvPicPr>
        <p:blipFill>
          <a:blip r:embed="rId4"/>
          <a:stretch>
            <a:fillRect/>
          </a:stretch>
        </p:blipFill>
        <p:spPr>
          <a:xfrm>
            <a:off x="4550665" y="1426464"/>
            <a:ext cx="3090364" cy="4224528"/>
          </a:xfrm>
          <a:prstGeom prst="rect">
            <a:avLst/>
          </a:prstGeom>
        </p:spPr>
      </p:pic>
      <p:sp>
        <p:nvSpPr>
          <p:cNvPr id="7" name="TextBox 6"/>
          <p:cNvSpPr txBox="1"/>
          <p:nvPr/>
        </p:nvSpPr>
        <p:spPr>
          <a:xfrm>
            <a:off x="502920" y="5815584"/>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theirs: seven slices a bank in two stages, and a rail their own sheet labels “tied to ref — NO negative rail”. Bottom, ours: the same output stage, plus the active Miller clamp (one switch and a 0.5 Ω resistor) and an off rail selectable to −2 V. The clamp alone is worth +0.82 V of crosstalk margin and the rail a further +2.01 V; together −0.249 V becomes +2.576 V. Annotated screen captures of KiCad 7.0.11, not redrawings — and not a size comparison, because the two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Here is exactly what is held and exactly what moves.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rPr>
              <a:t xml:space="preserve">sim/dpt.cir,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models/zhangdrv.lib ↔ 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rPr>
              <a:t xml:space="preserve">models/egan.lib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scripts/headtohead.py searches both of its controls at every corner and it is run at the setting that search finds best FOR IT, read out of results/headtohead.txt. Ours runs one fixed control word at every corner. Any remaining difference is the driver. results/RESULTS-SUMMARY.txt names the script behind each number, and review/check_consistency.py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BEST for their driver at this corner, read from results/headtohead.txt rather than chosen by us: their own paper sets one bias resistor once at design time and gets no per-corner choice at all.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four beats over our driver. The gate peaks at −1.176 V — 2.576 V of margin, 6.3× theirs. One fixed control word, the same one used at every corner in the study, not re-tuned for this run. The plot axes are identical to the previous slide's and fixed in the script, so the two can be compared by eye.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