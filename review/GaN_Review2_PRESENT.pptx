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328" r:id="rId71"/>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6" r:id="rId79"/>
    <p:sldId id="337" r:id="rId80"/>
    <p:sldId id="338" r:id="rId81"/>
    <p:sldId id="340" r:id="rId83"/>
    <p:sldId id="324" r:id="rId67"/>
    <p:sldId id="329" r:id="rId72"/>
    <p:sldId id="339" r:id="rId82"/>
    <p:sldId id="321" r:id="rId64"/>
    <p:sldId id="320" r:id="rId63"/>
    <p:sldId id="322" r:id="rId65"/>
    <p:sldId id="318" r:id="rId61"/>
    <p:sldId id="344" r:id="rId87"/>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12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