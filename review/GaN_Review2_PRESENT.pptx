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27" r:id="rId70"/>
    <p:sldId id="307" r:id="rId50"/>
    <p:sldId id="309" r:id="rId52"/>
    <p:sldId id="310" r:id="rId53"/>
    <p:sldId id="273" r:id="rId24"/>
    <p:sldId id="325" r:id="rId68"/>
    <p:sldId id="326" r:id="rId69"/>
    <p:sldId id="335" r:id="rId78"/>
    <p:sldId id="336" r:id="rId79"/>
    <p:sldId id="337" r:id="rId80"/>
    <p:sldId id="339" r:id="rId82"/>
    <p:sldId id="324" r:id="rId67"/>
    <p:sldId id="328" r:id="rId71"/>
    <p:sldId id="338" r:id="rId81"/>
    <p:sldId id="321" r:id="rId64"/>
    <p:sldId id="320" r:id="rId63"/>
    <p:sldId id="322" r:id="rId65"/>
    <p:sldId id="318" r:id="rId61"/>
    <p:sldId id="343" r:id="rId86"/>
    <p:sldId id="262" r:id="rId8"/>
    <p:sldId id="265" r:id="rId1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4.png"/><Relationship Id="rId7" Type="http://schemas.openxmlformats.org/officeDocument/2006/relationships/image" Target="../media/image4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11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