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322" r:id="rId65"/>
    <p:sldId id="260" r:id="rId6"/>
    <p:sldId id="283" r:id="rId34"/>
    <p:sldId id="323" r:id="rId66"/>
    <p:sldId id="324" r:id="rId67"/>
    <p:sldId id="325" r:id="rId68"/>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19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11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80 %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60,533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The converter swept across its own 50–200 V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solidFill>
                            <a:srgbClr val="555555"/>
                          </a:solidFill>
                          <a:latin typeface="Calibri"/>
                        </a:rPr>
                        <a:t>Every converter number here is at 100 V. Spot-checking 200 V found an undamped decoupling branch that shoot-throughs; fixed, but one sweep is not a study</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80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20 %: the converter swept across the 50–200 V envelope it claims, place-and-route, and a hardware half-bridge. We owe the first. Simulating harder will not deliver the other two.</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architecture and the driver study are finished. The converter is characterised at 100 V only, and nothing is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33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28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31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32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