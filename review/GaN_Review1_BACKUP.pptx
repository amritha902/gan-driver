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318" r:id="rId61"/>
    <p:sldId id="319" r:id="rId62"/>
    <p:sldId id="320" r:id="rId63"/>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