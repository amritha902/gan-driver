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5" r:id="rId68"/>
    <p:sldId id="326" r:id="rId69"/>
    <p:sldId id="327" r:id="rId70"/>
    <p:sldId id="328" r:id="rId71"/>
    <p:sldId id="329" r:id="rId72"/>
    <p:sldId id="330" r:id="rId73"/>
    <p:sldId id="332" r:id="rId75"/>
    <p:sldId id="324" r:id="rId67"/>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6" r:id="rId79"/>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16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25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34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36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37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38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