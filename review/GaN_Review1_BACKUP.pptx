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322" r:id="rId65"/>
    <p:sldId id="260" r:id="rId6"/>
    <p:sldId id="283" r:id="rId34"/>
    <p:sldId id="323" r:id="rId66"/>
    <p:sldId id="324" r:id="rId67"/>
    <p:sldId id="326" r:id="rId69"/>
    <p:sldId id="325" r:id="rId68"/>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11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33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28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32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