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24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22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23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253371" y="1481328"/>
            <a:ext cx="7684951"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192817" y="1481328"/>
            <a:ext cx="98060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710967" y="1481328"/>
            <a:ext cx="87697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