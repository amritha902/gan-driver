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261" r:id="rId7"/>
    <p:sldId id="299" r:id="rId42"/>
    <p:sldId id="300" r:id="rId43"/>
    <p:sldId id="260" r:id="rId6"/>
    <p:sldId id="267" r:id="rId18"/>
    <p:sldId id="283" r:id="rId34"/>
    <p:sldId id="282" r:id="rId33"/>
    <p:sldId id="301" r:id="rId44"/>
    <p:sldId id="302" r:id="rId45"/>
    <p:sldId id="303" r:id="rId46"/>
    <p:sldId id="304" r:id="rId47"/>
    <p:sldId id="280" r:id="rId31"/>
    <p:sldId id="278" r:id="rId29"/>
    <p:sldId id="297" r:id="rId40"/>
    <p:sldId id="296" r:id="rId19"/>
    <p:sldId id="298" r:id="rId2"/>
    <p:sldId id="295" r:id="rId21"/>
    <p:sldId id="312" r:id="rId55"/>
    <p:sldId id="291" r:id="rId35"/>
    <p:sldId id="293" r:id="rId30"/>
    <p:sldId id="263" r:id="rId9"/>
    <p:sldId id="294" r:id="rId28"/>
    <p:sldId id="292" r:id="rId32"/>
    <p:sldId id="275" r:id="rId26"/>
    <p:sldId id="276" r:id="rId27"/>
    <p:sldId id="264" r:id="rId10"/>
    <p:sldId id="273" r:id="rId24"/>
    <p:sldId id="285" r:id="rId36"/>
    <p:sldId id="262" r:id="rId8"/>
    <p:sldId id="272" r:id="rId23"/>
    <p:sldId id="271" r:id="rId22"/>
    <p:sldId id="265" r:id="rId11"/>
    <p:sldId id="290" r:id="rId41"/>
    <p:sldId id="313" r:id="rId5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DC–DC Power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14 —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7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driver, power stage. Only the dashed block requires sensing.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100 V supply with power-loop parasitics, two GaN HEMTs, a segmented gate driver on each gate, output filter,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9</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models/basedrv.lib</a:t>
            </a:r>
            <a:r>
              <a:rPr lang="en-US" sz="1250" dirty="0">
                <a:solidFill>
                  <a:srgbClr val="000000"/>
                </a:solidFill>
                <a:latin typeface="Calibri" pitchFamily="34" charset="0"/>
                <a:ea typeface="Calibri" pitchFamily="34" charset="-122"/>
                <a:cs typeface="Calibri" pitchFamily="34" charset="-120"/>
              </a:rPr>
              <a:t> is Takayama, Okuda &amp; Hikihara's driver: a multi-bit code that changes DURING the switching edge,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+0.534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changing-in-time code on its own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fast fixed code is worse than their timed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4.8× the base paper's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shapes the gate over TIME; we keep the code steady and add two things they do not have. Both clear the threshold — theirs works — but ours clears it by 4.8× more, and ours is the one whose settings can then be searched in full.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converter is built and it runs.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100 V DC in, 48.6 V DC out at 4.88 A — 236.9 W into the load from 242.6 W drawn, 97.6 % efficient.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fault is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off gate reaches 1.65 V against a 1.4 V threshold. With the clamp and the −2 V rail: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Specific cases run and measured, one at a time.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Five settings at full load, then the same driver swept at two operating points — every number below came off its own ngspice run.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setting measured on the converter itself.</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Across the same knob, power lost moves 4.5 % and peak device voltage moves 50 %, in opposite directions.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FPGA controller is written and verified.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20 LUTs and 20 flip-flops in Vivado, 200 MHz met with 1.996 ns to spare.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21 —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15 —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16 —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2.58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19 —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The base paper [9] (doi.org/10.1002/cta.3136) shows that a gate waveform can be chosen by a digital code. It, and every paper after it, then reports one number — how much better than a plain driver. That number adds together two separate effects, and only the second needs a sensor, an ADC and a lookup table. Separating them means running every setting at every operating point,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Full sensing, ADC and lookup table justify 3.7 % of the total gain over a fixed word plus one comparator.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20 —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What the data supports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One comparator gets 72 % of that 3.9 %.</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a light-load comparator — not a sensor, an ADC and a lookup table.</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0"/>
              </a:spcAft>
              <a:buSzPct val="100000"/>
              <a:buChar char="•"/>
            </a:pPr>
            <a:r>
              <a:rPr lang="en-US" sz="1450" dirty="0">
                <a:solidFill>
                  <a:srgbClr val="000000"/>
                </a:solidFill>
                <a:latin typeface="Calibri" pitchFamily="34" charset="0"/>
                <a:ea typeface="Calibri" pitchFamily="34" charset="-122"/>
                <a:cs typeface="Calibri" pitchFamily="34" charset="-120"/>
              </a:rPr>
              <a:t>Every number in this deck is regenerated by a named script, in ngspice or in Vivado.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converter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fault, and the fix</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named cases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DC–DC Power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