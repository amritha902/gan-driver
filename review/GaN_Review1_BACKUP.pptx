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7" r:id="rId60"/>
    <p:sldId id="261" r:id="rId7"/>
    <p:sldId id="300" r:id="rId43"/>
    <p:sldId id="301" r:id="rId44"/>
    <p:sldId id="302" r:id="rId45"/>
    <p:sldId id="323" r:id="rId66"/>
    <p:sldId id="260" r:id="rId6"/>
    <p:sldId id="283" r:id="rId34"/>
    <p:sldId id="325" r:id="rId68"/>
    <p:sldId id="326" r:id="rId69"/>
    <p:sldId id="327" r:id="rId70"/>
    <p:sldId id="328" r:id="rId71"/>
    <p:sldId id="329" r:id="rId72"/>
    <p:sldId id="330" r:id="rId73"/>
    <p:sldId id="332" r:id="rId75"/>
    <p:sldId id="324" r:id="rId67"/>
    <p:sldId id="331" r:id="rId74"/>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36" r:id="rId79"/>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24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97.50 %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16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39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25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34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36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37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38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100.0 V and 2.423 A in, 48.50 V and 4.869 A out: 242.33 W drawn, 236.26 W delivered, 97.50 % efficient. Peak switch node 115.1 V, 15.1 % overshoot at this deck's 0.2 ns step; resolving the edge at 0.02 ns gives 18.0 %, of which the −2 V rail is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188720"/>
            <a:ext cx="8778240" cy="4937760"/>
          </a:xfrm>
          <a:prstGeom prst="rect">
            <a:avLst/>
          </a:prstGeom>
        </p:spPr>
      </p:pic>
      <p:sp>
        <p:nvSpPr>
          <p:cNvPr id="6" name="TextBox 5"/>
          <p:cNvSpPr txBox="1"/>
          <p:nvPr/>
        </p:nvSpPr>
        <p:spPr>
          <a:xfrm>
            <a:off x="502920" y="630936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drawn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sim/buck.cir as a schematic. Values read from the netlist at build time.</a:t>
            </a:r>
          </a:p>
        </p:txBody>
      </p:sp>
      <p:pic>
        <p:nvPicPr>
          <p:cNvPr id="6" name="Picture 5" descr="fig_sch_converter.png"/>
          <p:cNvPicPr>
            <a:picLocks noChangeAspect="1"/>
          </p:cNvPicPr>
          <p:nvPr/>
        </p:nvPicPr>
        <p:blipFill>
          <a:blip r:embed="rId4"/>
          <a:stretch>
            <a:fillRect/>
          </a:stretch>
        </p:blipFill>
        <p:spPr>
          <a:xfrm>
            <a:off x="582684" y="1463040"/>
            <a:ext cx="1102632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Supply, power-loop R and L, the damped bus decoupling branch, the GaN half-bridge, output filter and load. Qhs and Qls are enhancement-mode GaN HEMTs with NO BODY DIODE — reverse conduction during dead time costs Vth + |Voff| + I·Rds(on), not one diode drop, and that is what sets the dead-time trade.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