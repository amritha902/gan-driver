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9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31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26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29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30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Why the title says converter and the work says driver.  </a:t>
            </a:r>
            <a:r>
              <a:rPr lang="en-US" sz="1250" dirty="0">
                <a:solidFill>
                  <a:srgbClr val="000000"/>
                </a:solidFill>
                <a:latin typeface="Calibri" pitchFamily="34" charset="0"/>
                <a:ea typeface="Calibri" pitchFamily="34" charset="-122"/>
                <a:cs typeface="Calibri" pitchFamily="34" charset="-120"/>
              </a:rPr>
              <a:t xml:space="preserve">They are one claim, not two. The converter is what is being built; the gate driver is the one part of it we redesigned, because on GaN that is the part that decides whether the converter is buildable at the speed the device is bought for. Ours runs — 100 V in, 48.6 V out at 4.88 A, 97.7 % efficient, open loop at a fixed duty, which is the deck the switching study is measured on; regulated, it holds 50.0 V at 96.1 %. What a textbook buck converter will not do is survive its own switching edges at 500 kHz against a 1.4 V threshold. Every number in this deck is measured on the converter, not on a driver sitting by itself on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