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0" r:id="rId73"/>
    <p:sldId id="332" r:id="rId75"/>
    <p:sldId id="324" r:id="rId67"/>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6" r:id="rId79"/>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16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36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38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