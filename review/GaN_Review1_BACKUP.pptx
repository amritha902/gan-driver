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4" r:id="rId67"/>
    <p:sldId id="325" r:id="rId68"/>
    <p:sldId id="326" r:id="rId69"/>
    <p:sldId id="328" r:id="rId71"/>
    <p:sldId id="327" r:id="rId70"/>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60,533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35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30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33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34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