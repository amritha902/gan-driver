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 on our device model. How much that depends on the model is itself a result, and it is on its own slide.</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24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23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OPEN LOOP at a fixed duty, which is the deck the switching study is measured on; the regulated version holds 50.0 V at 95.9 %.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